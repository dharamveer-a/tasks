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80" r:id="rId4"/>
    <p:sldId id="274" r:id="rId5"/>
    <p:sldId id="281" r:id="rId6"/>
    <p:sldId id="275" r:id="rId7"/>
    <p:sldId id="276" r:id="rId8"/>
    <p:sldId id="282" r:id="rId9"/>
    <p:sldId id="283" r:id="rId10"/>
    <p:sldId id="277" r:id="rId11"/>
    <p:sldId id="278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4" r:id="rId22"/>
    <p:sldId id="293" r:id="rId23"/>
    <p:sldId id="279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LOOPS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LOOPS IN PYTHON</a:t>
            </a:r>
          </a:p>
          <a:p>
            <a:pPr marL="400050" lvl="1" indent="0">
              <a:buNone/>
            </a:pPr>
            <a:r>
              <a:rPr lang="en-US" dirty="0"/>
              <a:t>Loops allow you to </a:t>
            </a:r>
            <a:r>
              <a:rPr lang="en-US" b="1" dirty="0"/>
              <a:t>repeat a block of code</a:t>
            </a:r>
            <a:r>
              <a:rPr lang="en-US" dirty="0"/>
              <a:t> multiple times.</a:t>
            </a:r>
          </a:p>
          <a:p>
            <a:pPr marL="0" indent="0">
              <a:buNone/>
            </a:pPr>
            <a:r>
              <a:rPr lang="en-US" b="1" dirty="0"/>
              <a:t>Types</a:t>
            </a:r>
            <a:r>
              <a:rPr lang="en-US" dirty="0"/>
              <a:t> </a:t>
            </a:r>
          </a:p>
          <a:p>
            <a:pPr marL="400050" lvl="1" indent="0">
              <a:buNone/>
            </a:pPr>
            <a:r>
              <a:rPr lang="en-US" dirty="0"/>
              <a:t> for</a:t>
            </a:r>
          </a:p>
          <a:p>
            <a:pPr marL="400050" lvl="1" indent="0">
              <a:buNone/>
            </a:pPr>
            <a:r>
              <a:rPr lang="en-US" dirty="0"/>
              <a:t>while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DAB8B-9EC2-FFEC-7838-29685FEFC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E4832-756D-ACCD-5D50-B2C9C51C4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 for Loop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81094-BF69-B61D-5BFF-1213AB9F8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Theory</a:t>
            </a:r>
          </a:p>
          <a:p>
            <a:r>
              <a:rPr lang="en-US" dirty="0"/>
              <a:t>Used when you want to </a:t>
            </a:r>
            <a:r>
              <a:rPr lang="en-US" b="1" dirty="0"/>
              <a:t>repeat something a specific number of times</a:t>
            </a:r>
            <a:endParaRPr lang="en-US" dirty="0"/>
          </a:p>
          <a:p>
            <a:r>
              <a:rPr lang="en-US" dirty="0"/>
              <a:t>Works with </a:t>
            </a:r>
            <a:r>
              <a:rPr lang="en-US" b="1" dirty="0"/>
              <a:t>lists, strings, ranges</a:t>
            </a:r>
            <a:r>
              <a:rPr lang="en-US" dirty="0"/>
              <a:t>, etc.</a:t>
            </a:r>
          </a:p>
          <a:p>
            <a:r>
              <a:rPr lang="en-US" dirty="0"/>
              <a:t>Goes through each item in a sequence.</a:t>
            </a:r>
          </a:p>
          <a:p>
            <a:pPr marL="0" indent="0">
              <a:buNone/>
            </a:pPr>
            <a:r>
              <a:rPr lang="en-US" b="1" dirty="0"/>
              <a:t> Syntax</a:t>
            </a:r>
          </a:p>
          <a:p>
            <a:pPr marL="400050" lvl="1" indent="0">
              <a:buNone/>
            </a:pPr>
            <a:r>
              <a:rPr lang="en-US" dirty="0"/>
              <a:t>for variable in sequence:</a:t>
            </a:r>
          </a:p>
          <a:p>
            <a:pPr marL="400050" lvl="1" indent="0">
              <a:buNone/>
            </a:pPr>
            <a:r>
              <a:rPr lang="en-US" dirty="0"/>
              <a:t>    statements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39310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72E49-373D-E9F8-44B2-7B6BE817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2B229-5A27-73EE-332B-5BEB909D9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 for Loop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C79D5-504A-4DA4-FEE2-2BE8899C0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Example</a:t>
            </a:r>
          </a:p>
          <a:p>
            <a:pPr marL="0" indent="0">
              <a:buNone/>
            </a:pPr>
            <a:r>
              <a:rPr lang="en-IN" dirty="0"/>
              <a:t>  for </a:t>
            </a:r>
            <a:r>
              <a:rPr lang="en-IN" dirty="0" err="1"/>
              <a:t>i</a:t>
            </a:r>
            <a:r>
              <a:rPr lang="en-IN" dirty="0"/>
              <a:t> in range(5):</a:t>
            </a:r>
          </a:p>
          <a:p>
            <a:pPr marL="0" indent="0">
              <a:buNone/>
            </a:pPr>
            <a:r>
              <a:rPr lang="en-IN" dirty="0"/>
              <a:t>    print(</a:t>
            </a:r>
            <a:r>
              <a:rPr lang="en-IN" dirty="0" err="1"/>
              <a:t>i</a:t>
            </a:r>
            <a:r>
              <a:rPr lang="en-IN" dirty="0"/>
              <a:t>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Output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0  </a:t>
            </a:r>
          </a:p>
          <a:p>
            <a:pPr marL="0" indent="0">
              <a:buNone/>
            </a:pPr>
            <a:r>
              <a:rPr lang="en-IN" dirty="0"/>
              <a:t>1  </a:t>
            </a:r>
          </a:p>
          <a:p>
            <a:pPr marL="0" indent="0">
              <a:buNone/>
            </a:pPr>
            <a:r>
              <a:rPr lang="en-IN" dirty="0"/>
              <a:t>2  </a:t>
            </a:r>
          </a:p>
          <a:p>
            <a:pPr marL="0" indent="0">
              <a:buNone/>
            </a:pPr>
            <a:r>
              <a:rPr lang="en-IN" dirty="0"/>
              <a:t>3  </a:t>
            </a:r>
          </a:p>
          <a:p>
            <a:pPr marL="0" indent="0">
              <a:buNone/>
            </a:pPr>
            <a:r>
              <a:rPr lang="en-IN" dirty="0"/>
              <a:t>4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84335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2B1A1-4582-412C-07F9-520DCB28A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7ABED-9B82-E41C-5CFB-E3B08254D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While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8B21C-1377-671E-A8C5-33A87A868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 Theory</a:t>
            </a:r>
          </a:p>
          <a:p>
            <a:r>
              <a:rPr lang="en-US" dirty="0"/>
              <a:t>Used when you </a:t>
            </a:r>
            <a:r>
              <a:rPr lang="en-US" b="1" dirty="0"/>
              <a:t>don’t know how many times</a:t>
            </a:r>
            <a:r>
              <a:rPr lang="en-US" dirty="0"/>
              <a:t> you want to repeat</a:t>
            </a:r>
          </a:p>
          <a:p>
            <a:r>
              <a:rPr lang="en-US" dirty="0"/>
              <a:t>Repeats </a:t>
            </a:r>
            <a:r>
              <a:rPr lang="en-US" b="1" dirty="0"/>
              <a:t>as long as</a:t>
            </a:r>
            <a:r>
              <a:rPr lang="en-US" dirty="0"/>
              <a:t> the condition is True</a:t>
            </a:r>
          </a:p>
          <a:p>
            <a:pPr marL="0" indent="0">
              <a:buNone/>
            </a:pPr>
            <a:r>
              <a:rPr lang="en-US" b="1" dirty="0"/>
              <a:t> Syntax</a:t>
            </a:r>
          </a:p>
          <a:p>
            <a:pPr marL="400050" lvl="1" indent="0">
              <a:buNone/>
            </a:pPr>
            <a:r>
              <a:rPr lang="en-US" dirty="0"/>
              <a:t>while condition:</a:t>
            </a:r>
          </a:p>
          <a:p>
            <a:pPr marL="400050" lvl="1" indent="0">
              <a:buNone/>
            </a:pPr>
            <a:r>
              <a:rPr lang="en-US" dirty="0"/>
              <a:t>    statements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36198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13127-BF77-B762-9E55-4142136B7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2DD95-2298-2970-CF8D-809F37F22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While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A011B-AB26-927F-F055-60936429C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 Example:</a:t>
            </a:r>
          </a:p>
          <a:p>
            <a:pPr marL="0" indent="0">
              <a:buNone/>
            </a:pPr>
            <a:r>
              <a:rPr lang="en-US" dirty="0"/>
              <a:t>count = 1</a:t>
            </a:r>
          </a:p>
          <a:p>
            <a:pPr marL="0" indent="0">
              <a:buNone/>
            </a:pPr>
            <a:r>
              <a:rPr lang="en-US" dirty="0"/>
              <a:t>while count &lt;= 5:</a:t>
            </a:r>
          </a:p>
          <a:p>
            <a:pPr marL="0" indent="0">
              <a:buNone/>
            </a:pPr>
            <a:r>
              <a:rPr lang="en-US" dirty="0"/>
              <a:t>    print(count)</a:t>
            </a:r>
          </a:p>
          <a:p>
            <a:pPr marL="0" indent="0">
              <a:buNone/>
            </a:pPr>
            <a:r>
              <a:rPr lang="en-US" dirty="0"/>
              <a:t>    count += 1</a:t>
            </a:r>
          </a:p>
          <a:p>
            <a:pPr marL="0" indent="0">
              <a:buNone/>
            </a:pPr>
            <a:r>
              <a:rPr lang="en-US" b="1" dirty="0"/>
              <a:t>output</a:t>
            </a:r>
          </a:p>
          <a:p>
            <a:pPr marL="0" indent="0">
              <a:buNone/>
            </a:pPr>
            <a:r>
              <a:rPr lang="en-IN" dirty="0"/>
              <a:t>1  </a:t>
            </a:r>
          </a:p>
          <a:p>
            <a:pPr marL="0" indent="0">
              <a:buNone/>
            </a:pPr>
            <a:r>
              <a:rPr lang="en-IN" dirty="0"/>
              <a:t>2  </a:t>
            </a:r>
          </a:p>
          <a:p>
            <a:pPr marL="0" indent="0">
              <a:buNone/>
            </a:pPr>
            <a:r>
              <a:rPr lang="en-IN" dirty="0"/>
              <a:t>3  </a:t>
            </a:r>
          </a:p>
          <a:p>
            <a:pPr marL="0" indent="0">
              <a:buNone/>
            </a:pPr>
            <a:r>
              <a:rPr lang="en-IN" dirty="0"/>
              <a:t>4  </a:t>
            </a:r>
          </a:p>
          <a:p>
            <a:pPr marL="0" indent="0">
              <a:buNone/>
            </a:pPr>
            <a:r>
              <a:rPr lang="en-IN" dirty="0"/>
              <a:t>5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25523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CD443-C746-CA4A-BD28-AD68C42DA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28E42-F3F9-E401-9D44-53A4F8BAD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Loop Control Statements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39DBC-2688-4311-E701-4170ADF97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Python also provides </a:t>
            </a:r>
            <a:r>
              <a:rPr lang="en-US" b="1" dirty="0"/>
              <a:t>3 special statements</a:t>
            </a:r>
            <a:r>
              <a:rPr lang="en-US" dirty="0"/>
              <a:t> inside loops:</a:t>
            </a:r>
          </a:p>
          <a:p>
            <a:r>
              <a:rPr lang="en-IN" dirty="0"/>
              <a:t>break</a:t>
            </a:r>
          </a:p>
          <a:p>
            <a:r>
              <a:rPr lang="en-IN" dirty="0"/>
              <a:t>Continue</a:t>
            </a:r>
          </a:p>
          <a:p>
            <a:r>
              <a:rPr lang="en-IN" dirty="0"/>
              <a:t>pass</a:t>
            </a:r>
          </a:p>
        </p:txBody>
      </p:sp>
    </p:spTree>
    <p:extLst>
      <p:ext uri="{BB962C8B-B14F-4D97-AF65-F5344CB8AC3E}">
        <p14:creationId xmlns:p14="http://schemas.microsoft.com/office/powerpoint/2010/main" val="280560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E41BA-8E08-C885-6DE5-CFBE28C95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8BF5-6D2F-677C-22A8-5431B0A3B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break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34A0F-1841-B709-4710-906E322ED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Stops the loop immediately.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range(10):</a:t>
            </a:r>
          </a:p>
          <a:p>
            <a:r>
              <a:rPr lang="en-US" dirty="0"/>
              <a:t>    if </a:t>
            </a:r>
            <a:r>
              <a:rPr lang="en-US" dirty="0" err="1"/>
              <a:t>i</a:t>
            </a:r>
            <a:r>
              <a:rPr lang="en-US" dirty="0"/>
              <a:t> == 5:</a:t>
            </a:r>
          </a:p>
          <a:p>
            <a:r>
              <a:rPr lang="en-US" dirty="0"/>
              <a:t>        break</a:t>
            </a:r>
          </a:p>
          <a:p>
            <a:r>
              <a:rPr lang="en-US" dirty="0"/>
              <a:t>    print(</a:t>
            </a:r>
            <a:r>
              <a:rPr lang="en-US" dirty="0" err="1"/>
              <a:t>i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6551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96DBD-AC4A-E8D5-BFF3-1FB5FCFE9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0E7A8-8E12-4805-E982-520658B31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continue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1B753-3D91-204E-F6FD-240A877F7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Skips the current iteration and moves to next.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range(5):</a:t>
            </a:r>
          </a:p>
          <a:p>
            <a:r>
              <a:rPr lang="en-US" dirty="0"/>
              <a:t>    if </a:t>
            </a:r>
            <a:r>
              <a:rPr lang="en-US" dirty="0" err="1"/>
              <a:t>i</a:t>
            </a:r>
            <a:r>
              <a:rPr lang="en-US" dirty="0"/>
              <a:t> == 2:</a:t>
            </a:r>
          </a:p>
          <a:p>
            <a:r>
              <a:rPr lang="en-US" dirty="0"/>
              <a:t>        continue</a:t>
            </a:r>
          </a:p>
          <a:p>
            <a:r>
              <a:rPr lang="en-US" dirty="0"/>
              <a:t>    print(</a:t>
            </a:r>
            <a:r>
              <a:rPr lang="en-US" dirty="0" err="1"/>
              <a:t>i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7389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9937C-D8E8-E464-BD97-2469B72FB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FF41D-4B2A-AE8C-3D6A-12FA97257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continue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BC3C3-86AE-B036-B23F-896B46072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Skips the current iteration and moves to next.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range(5):</a:t>
            </a:r>
          </a:p>
          <a:p>
            <a:r>
              <a:rPr lang="en-US" dirty="0"/>
              <a:t>    if </a:t>
            </a:r>
            <a:r>
              <a:rPr lang="en-US" dirty="0" err="1"/>
              <a:t>i</a:t>
            </a:r>
            <a:r>
              <a:rPr lang="en-US" dirty="0"/>
              <a:t> == 2:</a:t>
            </a:r>
          </a:p>
          <a:p>
            <a:r>
              <a:rPr lang="en-US" dirty="0"/>
              <a:t>        continue</a:t>
            </a:r>
          </a:p>
          <a:p>
            <a:r>
              <a:rPr lang="en-US" dirty="0"/>
              <a:t>    print(</a:t>
            </a:r>
            <a:r>
              <a:rPr lang="en-US" dirty="0" err="1"/>
              <a:t>i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2889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56362-24A4-7BB2-50D7-1699E4DBF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BBDD6-D2EB-0BD9-9003-94A697B77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Summary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E265483-B567-ED8A-81DF-FC6C509F9E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2490892"/>
              </p:ext>
            </p:extLst>
          </p:nvPr>
        </p:nvGraphicFramePr>
        <p:xfrm>
          <a:off x="457200" y="1417638"/>
          <a:ext cx="8229600" cy="3542826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34292849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938787932"/>
                    </a:ext>
                  </a:extLst>
                </a:gridCol>
              </a:tblGrid>
              <a:tr h="5904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Loop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9727096"/>
                  </a:ext>
                </a:extLst>
              </a:tr>
              <a:tr h="5904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en-IN"/>
                        <a:t> loop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Repeat for each item in sequence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1937158"/>
                  </a:ext>
                </a:extLst>
              </a:tr>
              <a:tr h="5904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while</a:t>
                      </a:r>
                      <a:r>
                        <a:rPr lang="en-IN"/>
                        <a:t> loop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Repeat while condition is 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732974"/>
                  </a:ext>
                </a:extLst>
              </a:tr>
              <a:tr h="5904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break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Exit loop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4490436"/>
                  </a:ext>
                </a:extLst>
              </a:tr>
              <a:tr h="5904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continue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Skip one iteration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5958793"/>
                  </a:ext>
                </a:extLst>
              </a:tr>
              <a:tr h="5904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pass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Placeholder, does nothing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5843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4686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850CD-73AA-9AF3-715E-329A412A8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6919C-2D5D-7B9F-4A8C-A11705241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932E1-3740-220D-44B7-0BAA13F9C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FUNCTIONS IN PYTHON</a:t>
            </a:r>
          </a:p>
          <a:p>
            <a:r>
              <a:rPr lang="en-US" dirty="0"/>
              <a:t>A </a:t>
            </a:r>
            <a:r>
              <a:rPr lang="en-US" b="1" dirty="0"/>
              <a:t>function</a:t>
            </a:r>
            <a:r>
              <a:rPr lang="en-US" dirty="0"/>
              <a:t> is a reusable block of code that performs a specific task.</a:t>
            </a:r>
            <a:br>
              <a:rPr lang="en-US" dirty="0"/>
            </a:br>
            <a:r>
              <a:rPr lang="en-US" dirty="0"/>
              <a:t>You write it once → you can use it anytime.</a:t>
            </a:r>
          </a:p>
          <a:p>
            <a:pPr marL="0" indent="0">
              <a:buNone/>
            </a:pPr>
            <a:r>
              <a:rPr lang="en-US" b="1" dirty="0"/>
              <a:t>WHY DO WE USE FUNCTIONS?</a:t>
            </a:r>
          </a:p>
          <a:p>
            <a:r>
              <a:rPr lang="en-US" dirty="0"/>
              <a:t>Avoid repeating code</a:t>
            </a:r>
          </a:p>
          <a:p>
            <a:r>
              <a:rPr lang="en-US" dirty="0"/>
              <a:t>Make code clean and organized</a:t>
            </a:r>
          </a:p>
          <a:p>
            <a:r>
              <a:rPr lang="en-US" dirty="0"/>
              <a:t>Easy to debug</a:t>
            </a:r>
          </a:p>
          <a:p>
            <a:r>
              <a:rPr lang="en-US" dirty="0"/>
              <a:t>Can take inputs and give outputs</a:t>
            </a:r>
          </a:p>
          <a:p>
            <a:endParaRPr lang="en-US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19294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EF634-4FEA-94B5-D779-6742201BA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EA2BE-E50D-0607-88FC-8AA4F4C1D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HOW TO DEFINE A FUNCTION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A922D-573F-1AC0-4A97-D40BBB91B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✔ Syntax</a:t>
            </a:r>
          </a:p>
          <a:p>
            <a:r>
              <a:rPr lang="en-US" dirty="0"/>
              <a:t>def </a:t>
            </a:r>
            <a:r>
              <a:rPr lang="en-US" dirty="0" err="1"/>
              <a:t>function_name</a:t>
            </a:r>
            <a:r>
              <a:rPr lang="en-US" dirty="0"/>
              <a:t>(parameters):</a:t>
            </a:r>
          </a:p>
          <a:p>
            <a:r>
              <a:rPr lang="en-US" dirty="0"/>
              <a:t>    statements</a:t>
            </a:r>
          </a:p>
          <a:p>
            <a:r>
              <a:rPr lang="en-US" b="1" dirty="0"/>
              <a:t>✔ Call (use) the function</a:t>
            </a:r>
          </a:p>
          <a:p>
            <a:r>
              <a:rPr lang="en-US" dirty="0" err="1"/>
              <a:t>function_name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97824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BAAC3-AB70-42AD-C4C9-1C129CCEA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AE401-16B4-8062-E336-95287C110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functions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94608-C8D5-ECA2-97E2-2B5AD9CC3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✔ Syntax</a:t>
            </a:r>
          </a:p>
          <a:p>
            <a:pPr marL="0" indent="0">
              <a:buNone/>
            </a:pPr>
            <a:r>
              <a:rPr lang="en-US" dirty="0"/>
              <a:t>def </a:t>
            </a:r>
            <a:r>
              <a:rPr lang="en-US" dirty="0" err="1"/>
              <a:t>function_name</a:t>
            </a:r>
            <a:r>
              <a:rPr lang="en-US" dirty="0"/>
              <a:t>(parameters):</a:t>
            </a:r>
          </a:p>
          <a:p>
            <a:pPr marL="0" indent="0">
              <a:buNone/>
            </a:pPr>
            <a:r>
              <a:rPr lang="en-US" dirty="0"/>
              <a:t>    statements</a:t>
            </a:r>
          </a:p>
          <a:p>
            <a:pPr marL="0" indent="0">
              <a:buNone/>
            </a:pPr>
            <a:r>
              <a:rPr lang="en-US" b="1" dirty="0"/>
              <a:t>✔ Call (use) the function</a:t>
            </a:r>
          </a:p>
          <a:p>
            <a:pPr marL="0" indent="0">
              <a:buNone/>
            </a:pPr>
            <a:r>
              <a:rPr lang="en-US" dirty="0" err="1"/>
              <a:t>function_name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11743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994F4-5C6C-8719-EF70-659664559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74051-CB6D-E509-E156-1723ED215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functions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3DF8D-3DAD-937B-FA06-521ACBB85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 Without Parameters</a:t>
            </a:r>
          </a:p>
          <a:p>
            <a:r>
              <a:rPr lang="en-US" dirty="0"/>
              <a:t>Function With Parameters</a:t>
            </a:r>
          </a:p>
          <a:p>
            <a:r>
              <a:rPr lang="en-US" dirty="0"/>
              <a:t>Function With Return Value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196577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F5956-AAD1-4612-A495-432629545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471FE-8F20-C0AD-4834-57DDE6E3E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 Function Without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4EF40-3E07-470D-CDD6-C3F803EBF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Does not take input.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pPr marL="0" indent="0">
              <a:buNone/>
            </a:pPr>
            <a:r>
              <a:rPr lang="en-US" dirty="0"/>
              <a:t>def greet():</a:t>
            </a:r>
          </a:p>
          <a:p>
            <a:pPr marL="0" indent="0">
              <a:buNone/>
            </a:pPr>
            <a:r>
              <a:rPr lang="en-US" dirty="0"/>
              <a:t>    print("Hello!")</a:t>
            </a:r>
          </a:p>
          <a:p>
            <a:pPr marL="0" indent="0">
              <a:buNone/>
            </a:pPr>
            <a:r>
              <a:rPr lang="en-US" b="1" dirty="0"/>
              <a:t>Call</a:t>
            </a:r>
          </a:p>
          <a:p>
            <a:pPr marL="0" indent="0">
              <a:buNone/>
            </a:pPr>
            <a:r>
              <a:rPr lang="en-US" dirty="0"/>
              <a:t>greet()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76068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3AE13-F5F8-6B68-AA2E-A637BCEB8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024B0-0AC2-37A4-F51A-084765F42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Function With Parameters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2C2BD-31B8-A449-41E0-35FAA691E3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Takes input values.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pPr marL="400050" lvl="1" indent="0">
              <a:buNone/>
            </a:pPr>
            <a:r>
              <a:rPr lang="en-US" dirty="0"/>
              <a:t>def add(a, b):</a:t>
            </a:r>
          </a:p>
          <a:p>
            <a:pPr marL="400050" lvl="1" indent="0">
              <a:buNone/>
            </a:pPr>
            <a:r>
              <a:rPr lang="en-US" dirty="0"/>
              <a:t>    print(a + b)</a:t>
            </a:r>
          </a:p>
          <a:p>
            <a:pPr marL="400050" lvl="1" indent="0">
              <a:buNone/>
            </a:pPr>
            <a:r>
              <a:rPr lang="en-US" b="1" dirty="0"/>
              <a:t>Call</a:t>
            </a:r>
          </a:p>
          <a:p>
            <a:pPr marL="400050" lvl="1" indent="0">
              <a:buNone/>
            </a:pPr>
            <a:r>
              <a:rPr lang="en-US" dirty="0"/>
              <a:t>add(5, 3)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354284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91DB1-FD0D-90A1-FE23-3E0539CFB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AA835-9002-8862-9017-E1810886F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Function With Return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2D47A-6702-A79B-2484-FD1EB0AA3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Returns a result back to the program.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pPr marL="400050" lvl="1" indent="0">
              <a:buNone/>
            </a:pPr>
            <a:r>
              <a:rPr lang="en-US" dirty="0"/>
              <a:t>def multiply(a, b):</a:t>
            </a:r>
          </a:p>
          <a:p>
            <a:pPr marL="400050" lvl="1" indent="0">
              <a:buNone/>
            </a:pPr>
            <a:r>
              <a:rPr lang="en-US" dirty="0"/>
              <a:t>    return a * b</a:t>
            </a:r>
          </a:p>
          <a:p>
            <a:pPr marL="400050" lvl="1" indent="0">
              <a:buNone/>
            </a:pPr>
            <a:r>
              <a:rPr lang="en-US" b="1" dirty="0"/>
              <a:t>Call</a:t>
            </a:r>
          </a:p>
          <a:p>
            <a:pPr marL="400050" lvl="1" indent="0">
              <a:buNone/>
            </a:pPr>
            <a:r>
              <a:rPr lang="en-US" dirty="0"/>
              <a:t>result = multiply(4, 6)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484903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430B4-FEF2-843B-1895-62DB55F0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8BD0-4D47-1E7A-D5BE-2C280CE80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500" dirty="0"/>
              <a:t>OTHER IMPORTANT FUNCTION CONCEPTS</a:t>
            </a:r>
            <a:endParaRPr lang="en-US" sz="35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03057-142A-0209-7E05-811B59473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1" dirty="0" err="1"/>
              <a:t>args</a:t>
            </a:r>
            <a:r>
              <a:rPr lang="en-US" b="1" i="1" dirty="0"/>
              <a:t> (Variable Length Arguments)</a:t>
            </a:r>
            <a:endParaRPr lang="en-US" b="1" dirty="0"/>
          </a:p>
          <a:p>
            <a:r>
              <a:rPr lang="en-US" dirty="0"/>
              <a:t>Allows multiple inputs.</a:t>
            </a:r>
          </a:p>
          <a:p>
            <a:r>
              <a:rPr lang="en-US" dirty="0"/>
              <a:t>def total(*numbers):</a:t>
            </a:r>
          </a:p>
          <a:p>
            <a:r>
              <a:rPr lang="en-US" dirty="0"/>
              <a:t>    print(sum(numbers))</a:t>
            </a:r>
          </a:p>
          <a:p>
            <a:r>
              <a:rPr lang="en-US" dirty="0"/>
              <a:t>Call:</a:t>
            </a:r>
          </a:p>
          <a:p>
            <a:r>
              <a:rPr lang="en-US" dirty="0"/>
              <a:t>total(1,2,3,4)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866593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AD437-7846-B92E-550B-6B201CF6F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9D83F-EE04-1B79-231D-228A7AD10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500" dirty="0"/>
              <a:t>OTHER IMPORTANT FUNCTION CONCEPTS</a:t>
            </a:r>
            <a:endParaRPr lang="en-US" sz="35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6B8D4-C8A9-7C18-37F6-B54F152FD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kwargs</a:t>
            </a:r>
            <a:r>
              <a:rPr lang="en-US" b="1" dirty="0"/>
              <a:t> (Keyword Arguments)</a:t>
            </a:r>
          </a:p>
          <a:p>
            <a:r>
              <a:rPr lang="en-US" dirty="0"/>
              <a:t>Accepts key-value inputs.</a:t>
            </a:r>
          </a:p>
          <a:p>
            <a:r>
              <a:rPr lang="en-US" dirty="0"/>
              <a:t>def info(**data):</a:t>
            </a:r>
          </a:p>
          <a:p>
            <a:r>
              <a:rPr lang="en-US" dirty="0"/>
              <a:t>    print(data)</a:t>
            </a:r>
          </a:p>
          <a:p>
            <a:r>
              <a:rPr lang="en-US" dirty="0"/>
              <a:t>Call:</a:t>
            </a:r>
          </a:p>
          <a:p>
            <a:r>
              <a:rPr lang="en-US" dirty="0"/>
              <a:t>info(name="Alex", age=25)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584361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65D40-9BCB-FB24-5C3D-BAD4BB338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E0249-4C3D-6F63-CF75-36B282B38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500" dirty="0"/>
              <a:t>OTHER IMPORTANT FUNCTION CONCEPTS</a:t>
            </a:r>
            <a:endParaRPr lang="en-US" sz="35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0E1D3-7E77-AD66-D357-01B1CEF25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Anonymous Function (lambda)</a:t>
            </a:r>
          </a:p>
          <a:p>
            <a:r>
              <a:rPr lang="en-US" dirty="0"/>
              <a:t>Short, one-line functions.</a:t>
            </a:r>
          </a:p>
          <a:p>
            <a:r>
              <a:rPr lang="en-US" dirty="0"/>
              <a:t>square = lambda x: x*x</a:t>
            </a:r>
          </a:p>
          <a:p>
            <a:r>
              <a:rPr lang="en-US" dirty="0"/>
              <a:t>Call:</a:t>
            </a:r>
          </a:p>
          <a:p>
            <a:r>
              <a:rPr lang="en-US" dirty="0"/>
              <a:t>square(5)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73567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45C2E-CDE5-B3F4-E09A-75638C89B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2F412-F9FB-71B3-E6E1-5AEC9316B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500" dirty="0"/>
              <a:t>OTHER IMPORTANT FUNCTION CONCEPTS</a:t>
            </a:r>
            <a:endParaRPr lang="en-US" sz="35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4D195-90E0-1DEE-F317-92B5C85BA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FUNCTION WITH DOCSTRING</a:t>
            </a:r>
          </a:p>
          <a:p>
            <a:r>
              <a:rPr lang="en-US" dirty="0"/>
              <a:t>Explains what the function does.</a:t>
            </a:r>
          </a:p>
          <a:p>
            <a:r>
              <a:rPr lang="en-US" dirty="0"/>
              <a:t>def add(a, b):</a:t>
            </a:r>
          </a:p>
          <a:p>
            <a:r>
              <a:rPr lang="en-US" dirty="0"/>
              <a:t>    """This function adds two numbers."""</a:t>
            </a:r>
          </a:p>
          <a:p>
            <a:r>
              <a:rPr lang="en-US" dirty="0"/>
              <a:t>    return a + b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829859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94749-DB7F-DE77-3885-72B53CAFE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9219E-BCA4-0A1D-6A61-617E45DCE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BUILT-IN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409CD-5D86-2309-EC1A-6F6DA331F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Python already contains many functions:</a:t>
            </a:r>
          </a:p>
          <a:p>
            <a:r>
              <a:rPr lang="en-US" dirty="0" err="1"/>
              <a:t>len</a:t>
            </a:r>
            <a:r>
              <a:rPr lang="en-US" dirty="0"/>
              <a:t>()</a:t>
            </a:r>
          </a:p>
          <a:p>
            <a:r>
              <a:rPr lang="en-US" dirty="0"/>
              <a:t>print()</a:t>
            </a:r>
          </a:p>
          <a:p>
            <a:r>
              <a:rPr lang="en-US" dirty="0"/>
              <a:t>type()</a:t>
            </a:r>
          </a:p>
          <a:p>
            <a:r>
              <a:rPr lang="en-US" dirty="0"/>
              <a:t>sum()</a:t>
            </a:r>
          </a:p>
          <a:p>
            <a:r>
              <a:rPr lang="en-US" dirty="0"/>
              <a:t>max(), min()</a:t>
            </a:r>
          </a:p>
          <a:p>
            <a:r>
              <a:rPr lang="en-US" dirty="0"/>
              <a:t>range()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945636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B2B5E-28B3-9267-34EF-2904199DF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2D42D-69D2-F88A-B3A0-BCBD44FE3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Summary 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73E1D19-7F7A-90AD-525C-7EE4526DB0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4495467"/>
              </p:ext>
            </p:extLst>
          </p:nvPr>
        </p:nvGraphicFramePr>
        <p:xfrm>
          <a:off x="457200" y="1536192"/>
          <a:ext cx="8229600" cy="3790032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364432258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821943346"/>
                    </a:ext>
                  </a:extLst>
                </a:gridCol>
              </a:tblGrid>
              <a:tr h="473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944598"/>
                  </a:ext>
                </a:extLst>
              </a:tr>
              <a:tr h="473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Without parameters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input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838817"/>
                  </a:ext>
                </a:extLst>
              </a:tr>
              <a:tr h="473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With parameters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Takes input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9524460"/>
                  </a:ext>
                </a:extLst>
              </a:tr>
              <a:tr h="473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With return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Sends output back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33494"/>
                  </a:ext>
                </a:extLst>
              </a:tr>
              <a:tr h="473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Default parameter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Uses default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3565132"/>
                  </a:ext>
                </a:extLst>
              </a:tr>
              <a:tr h="473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*args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Many positional inputs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3105497"/>
                  </a:ext>
                </a:extLst>
              </a:tr>
              <a:tr h="473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**kwargs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Many keyword inputs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132257"/>
                  </a:ext>
                </a:extLst>
              </a:tr>
              <a:tr h="473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lambda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One-line 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454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265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2518</TotalTime>
  <Words>669</Words>
  <Application>Microsoft Office PowerPoint</Application>
  <PresentationFormat>On-screen Show (4:3)</PresentationFormat>
  <Paragraphs>180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Courier New</vt:lpstr>
      <vt:lpstr>Office Theme</vt:lpstr>
      <vt:lpstr>LOOPS </vt:lpstr>
      <vt:lpstr> for Loop</vt:lpstr>
      <vt:lpstr> for Loop</vt:lpstr>
      <vt:lpstr>While Loop</vt:lpstr>
      <vt:lpstr>While Loop</vt:lpstr>
      <vt:lpstr>Loop Control Statements</vt:lpstr>
      <vt:lpstr>break</vt:lpstr>
      <vt:lpstr>continue</vt:lpstr>
      <vt:lpstr>continue</vt:lpstr>
      <vt:lpstr>Summary </vt:lpstr>
      <vt:lpstr>functions</vt:lpstr>
      <vt:lpstr>HOW TO DEFINE A FUNCTION </vt:lpstr>
      <vt:lpstr>Types of functions </vt:lpstr>
      <vt:lpstr>Types of functions </vt:lpstr>
      <vt:lpstr> Function Without Parameters</vt:lpstr>
      <vt:lpstr>Function With Parameters</vt:lpstr>
      <vt:lpstr>Function With Return Value</vt:lpstr>
      <vt:lpstr>OTHER IMPORTANT FUNCTION CONCEPTS</vt:lpstr>
      <vt:lpstr>OTHER IMPORTANT FUNCTION CONCEPTS</vt:lpstr>
      <vt:lpstr>OTHER IMPORTANT FUNCTION CONCEPTS</vt:lpstr>
      <vt:lpstr>OTHER IMPORTANT FUNCTION CONCEPTS</vt:lpstr>
      <vt:lpstr>BUILT-IN FUNCTIONS</vt:lpstr>
      <vt:lpstr>Summary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Sandhiya K</dc:creator>
  <cp:keywords/>
  <dc:description>generated using python-pptx</dc:description>
  <cp:lastModifiedBy>Sandhiya K</cp:lastModifiedBy>
  <cp:revision>13</cp:revision>
  <dcterms:created xsi:type="dcterms:W3CDTF">2013-01-27T09:14:16Z</dcterms:created>
  <dcterms:modified xsi:type="dcterms:W3CDTF">2025-12-06T13:08:23Z</dcterms:modified>
  <cp:category/>
</cp:coreProperties>
</file>