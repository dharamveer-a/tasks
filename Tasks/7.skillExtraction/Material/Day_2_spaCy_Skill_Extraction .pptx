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spaCy</a:t>
            </a:r>
            <a:r>
              <a:rPr dirty="0"/>
              <a:t> Pipeline (Rule-Based + Matcher)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</a:t>
            </a:r>
          </a:p>
          <a:p>
            <a:r>
              <a:rPr dirty="0"/>
              <a:t>Extract technical &amp; soft skills using </a:t>
            </a:r>
            <a:r>
              <a:rPr dirty="0" err="1"/>
              <a:t>spaCy</a:t>
            </a:r>
            <a:endParaRPr dirty="0"/>
          </a:p>
          <a:p>
            <a:endParaRPr dirty="0"/>
          </a:p>
          <a:p>
            <a:r>
              <a:t>Tools:</a:t>
            </a:r>
          </a:p>
          <a:p>
            <a:r>
              <a:rPr dirty="0" err="1"/>
              <a:t>spaCy</a:t>
            </a:r>
            <a:r>
              <a:rPr dirty="0"/>
              <a:t>, </a:t>
            </a:r>
            <a:r>
              <a:rPr dirty="0" err="1"/>
              <a:t>PhraseMatcher</a:t>
            </a:r>
            <a:r>
              <a:rPr dirty="0"/>
              <a:t>, Rule-based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spaCy is a Python NLP library used for text processing.</a:t>
            </a:r>
          </a:p>
          <a:p>
            <a:endParaRPr/>
          </a:p>
          <a:p>
            <a:r>
              <a:t>Used for:</a:t>
            </a:r>
          </a:p>
          <a:p>
            <a:r>
              <a:t>• Tokenization</a:t>
            </a:r>
          </a:p>
          <a:p>
            <a:r>
              <a:t>• NLP pipelines</a:t>
            </a:r>
          </a:p>
          <a:p>
            <a:r>
              <a:t>• Rule-based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Rule-Based Skill Extraction?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 are known keywords.</a:t>
            </a:r>
          </a:p>
          <a:p>
            <a:endParaRPr/>
          </a:p>
          <a:p>
            <a:r>
              <a:t>Advantages:</a:t>
            </a:r>
          </a:p>
          <a:p>
            <a:r>
              <a:t>• No training required</a:t>
            </a:r>
          </a:p>
          <a:p>
            <a:r>
              <a:t>• Accurate</a:t>
            </a:r>
          </a:p>
          <a:p>
            <a:r>
              <a:t>• Fast</a:t>
            </a:r>
          </a:p>
          <a:p>
            <a:r>
              <a:t>• Beginner-friendly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→ spaCy Model → Matcher → Normalize → JSON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&amp; Load spaCy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spacy</a:t>
            </a:r>
          </a:p>
          <a:p>
            <a:r>
              <a:t>python -m spacy download en_core_web_sm</a:t>
            </a:r>
          </a:p>
          <a:p>
            <a:endParaRPr/>
          </a:p>
          <a:p>
            <a:r>
              <a:t>import spacy</a:t>
            </a:r>
          </a:p>
          <a:p>
            <a:r>
              <a:t>nlp = spacy.load('en_core_web_sm')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PhraseMatcher – 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exact phrase matching.</a:t>
            </a:r>
          </a:p>
          <a:p>
            <a:r>
              <a:t>Best for technical skills like Python, SQL,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PhraseMatcher Syntax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spacy.matcher import PhraseMatcher</a:t>
            </a:r>
          </a:p>
          <a:p>
            <a:endParaRPr/>
          </a:p>
          <a:p>
            <a:r>
              <a:t>matcher = PhraseMatcher(nlp.vocab, attr='LOWER')</a:t>
            </a:r>
          </a:p>
          <a:p>
            <a:r>
              <a:t>patterns = [nlp(skill) for skill in tech_skills]</a:t>
            </a:r>
          </a:p>
          <a:p>
            <a:r>
              <a:t>matcher.add('TECH', patterns)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Skills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token comparison</a:t>
            </a:r>
          </a:p>
          <a:p>
            <a:r>
              <a:t>Best for skills like communication, teamwork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Skills Syntax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token in doc:</a:t>
            </a:r>
          </a:p>
          <a:p>
            <a:r>
              <a:t> if token.text.lower() in soft_skills:</a:t>
            </a:r>
          </a:p>
          <a:p>
            <a:r>
              <a:t>  soft_found.append(token.text.lower())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to lowercase</a:t>
            </a:r>
          </a:p>
          <a:p>
            <a:r>
              <a:t>Remove duplicates</a:t>
            </a:r>
          </a:p>
          <a:p>
            <a:r>
              <a:t>Prepare clean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</a:t>
            </a:r>
          </a:p>
          <a:p>
            <a:r>
              <a:t> 'technical_skills': ['python','sql','nlp'],</a:t>
            </a:r>
          </a:p>
          <a:p>
            <a:r>
              <a:t> 'soft_skills': ['communication','teamwork']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spaCy Pipeline (Rule-Based + Matcher)</vt:lpstr>
      <vt:lpstr>What is spaCy?</vt:lpstr>
      <vt:lpstr>Why Rule-Based Skill Extraction?</vt:lpstr>
      <vt:lpstr>Pipeline Flow</vt:lpstr>
      <vt:lpstr>Install &amp; Load spaCy</vt:lpstr>
      <vt:lpstr>PhraseMatcher – Technical Skills</vt:lpstr>
      <vt:lpstr>PhraseMatcher Syntax Example</vt:lpstr>
      <vt:lpstr>Soft Skills Extraction</vt:lpstr>
      <vt:lpstr>Soft Skills Syntax Example</vt:lpstr>
      <vt:lpstr>Normalization</vt:lpstr>
      <vt:lpstr>Final Output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Sandhiya K</cp:lastModifiedBy>
  <cp:revision>2</cp:revision>
  <dcterms:created xsi:type="dcterms:W3CDTF">2013-01-27T09:14:16Z</dcterms:created>
  <dcterms:modified xsi:type="dcterms:W3CDTF">2025-12-26T13:14:14Z</dcterms:modified>
  <cp:category/>
</cp:coreProperties>
</file>