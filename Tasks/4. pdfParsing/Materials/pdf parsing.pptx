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80" r:id="rId4"/>
    <p:sldId id="274" r:id="rId5"/>
    <p:sldId id="284" r:id="rId6"/>
    <p:sldId id="285" r:id="rId7"/>
    <p:sldId id="281" r:id="rId8"/>
    <p:sldId id="286" r:id="rId9"/>
    <p:sldId id="282" r:id="rId10"/>
    <p:sldId id="283" r:id="rId11"/>
    <p:sldId id="275" r:id="rId12"/>
    <p:sldId id="276" r:id="rId13"/>
    <p:sldId id="277" r:id="rId14"/>
    <p:sldId id="27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B7CE97-94C9-400B-A694-0082F4C9C6F1}" v="24" dt="2025-12-11T11:03:09.1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dhiya K" userId="b3c9a53d1f84e148" providerId="LiveId" clId="{3526E624-9069-4CC4-BD2A-9CB26C190264}"/>
    <pc:docChg chg="custSel delSld modSld">
      <pc:chgData name="Sandhiya K" userId="b3c9a53d1f84e148" providerId="LiveId" clId="{3526E624-9069-4CC4-BD2A-9CB26C190264}" dt="2025-12-11T11:15:09.241" v="154" actId="47"/>
      <pc:docMkLst>
        <pc:docMk/>
      </pc:docMkLst>
      <pc:sldChg chg="modSp mod">
        <pc:chgData name="Sandhiya K" userId="b3c9a53d1f84e148" providerId="LiveId" clId="{3526E624-9069-4CC4-BD2A-9CB26C190264}" dt="2025-12-11T10:54:45.380" v="29" actId="113"/>
        <pc:sldMkLst>
          <pc:docMk/>
          <pc:sldMk cId="3439310645" sldId="263"/>
        </pc:sldMkLst>
        <pc:spChg chg="mod">
          <ac:chgData name="Sandhiya K" userId="b3c9a53d1f84e148" providerId="LiveId" clId="{3526E624-9069-4CC4-BD2A-9CB26C190264}" dt="2025-12-11T10:54:45.380" v="29" actId="113"/>
          <ac:spMkLst>
            <pc:docMk/>
            <pc:sldMk cId="3439310645" sldId="263"/>
            <ac:spMk id="2" creationId="{E0DE4832-756D-ACCD-5D50-B2C9C51C4E19}"/>
          </ac:spMkLst>
        </pc:spChg>
      </pc:sldChg>
      <pc:sldChg chg="modSp mod">
        <pc:chgData name="Sandhiya K" userId="b3c9a53d1f84e148" providerId="LiveId" clId="{3526E624-9069-4CC4-BD2A-9CB26C190264}" dt="2025-12-11T10:51:14.677" v="16" actId="27636"/>
        <pc:sldMkLst>
          <pc:docMk/>
          <pc:sldMk cId="3336198748" sldId="274"/>
        </pc:sldMkLst>
        <pc:spChg chg="mod">
          <ac:chgData name="Sandhiya K" userId="b3c9a53d1f84e148" providerId="LiveId" clId="{3526E624-9069-4CC4-BD2A-9CB26C190264}" dt="2025-12-11T10:50:22.931" v="12"/>
          <ac:spMkLst>
            <pc:docMk/>
            <pc:sldMk cId="3336198748" sldId="274"/>
            <ac:spMk id="2" creationId="{2367ABED-9B82-E41C-5CFB-E3B08254DC31}"/>
          </ac:spMkLst>
        </pc:spChg>
        <pc:spChg chg="mod">
          <ac:chgData name="Sandhiya K" userId="b3c9a53d1f84e148" providerId="LiveId" clId="{3526E624-9069-4CC4-BD2A-9CB26C190264}" dt="2025-12-11T10:51:14.677" v="16" actId="27636"/>
          <ac:spMkLst>
            <pc:docMk/>
            <pc:sldMk cId="3336198748" sldId="274"/>
            <ac:spMk id="3" creationId="{94B8B21C-1377-671E-A8C5-33A87A868216}"/>
          </ac:spMkLst>
        </pc:spChg>
      </pc:sldChg>
      <pc:sldChg chg="addSp delSp modSp mod">
        <pc:chgData name="Sandhiya K" userId="b3c9a53d1f84e148" providerId="LiveId" clId="{3526E624-9069-4CC4-BD2A-9CB26C190264}" dt="2025-12-11T11:01:19.959" v="107" actId="20577"/>
        <pc:sldMkLst>
          <pc:docMk/>
          <pc:sldMk cId="280560788" sldId="275"/>
        </pc:sldMkLst>
        <pc:spChg chg="mod">
          <ac:chgData name="Sandhiya K" userId="b3c9a53d1f84e148" providerId="LiveId" clId="{3526E624-9069-4CC4-BD2A-9CB26C190264}" dt="2025-12-11T11:01:19.959" v="107" actId="20577"/>
          <ac:spMkLst>
            <pc:docMk/>
            <pc:sldMk cId="280560788" sldId="275"/>
            <ac:spMk id="2" creationId="{F3C28E42-F3F9-E401-9D44-53A4F8BADF2F}"/>
          </ac:spMkLst>
        </pc:spChg>
        <pc:spChg chg="add del mod">
          <ac:chgData name="Sandhiya K" userId="b3c9a53d1f84e148" providerId="LiveId" clId="{3526E624-9069-4CC4-BD2A-9CB26C190264}" dt="2025-12-11T11:01:06.577" v="102"/>
          <ac:spMkLst>
            <pc:docMk/>
            <pc:sldMk cId="280560788" sldId="275"/>
            <ac:spMk id="5" creationId="{8DC1A6D0-F313-1B24-0ABD-679C9C6E1DE2}"/>
          </ac:spMkLst>
        </pc:spChg>
        <pc:graphicFrameChg chg="del">
          <ac:chgData name="Sandhiya K" userId="b3c9a53d1f84e148" providerId="LiveId" clId="{3526E624-9069-4CC4-BD2A-9CB26C190264}" dt="2025-12-11T11:01:05.234" v="101" actId="478"/>
          <ac:graphicFrameMkLst>
            <pc:docMk/>
            <pc:sldMk cId="280560788" sldId="275"/>
            <ac:graphicFrameMk id="4" creationId="{1AB1DFCA-3EC1-1E0B-46A5-03DBFBA4F9ED}"/>
          </ac:graphicFrameMkLst>
        </pc:graphicFrameChg>
        <pc:graphicFrameChg chg="add mod modGraphic">
          <ac:chgData name="Sandhiya K" userId="b3c9a53d1f84e148" providerId="LiveId" clId="{3526E624-9069-4CC4-BD2A-9CB26C190264}" dt="2025-12-11T11:01:09.727" v="103" actId="14100"/>
          <ac:graphicFrameMkLst>
            <pc:docMk/>
            <pc:sldMk cId="280560788" sldId="275"/>
            <ac:graphicFrameMk id="6" creationId="{4524B892-53A7-267B-B655-7A7F6958132A}"/>
          </ac:graphicFrameMkLst>
        </pc:graphicFrameChg>
      </pc:sldChg>
      <pc:sldChg chg="addSp delSp modSp mod">
        <pc:chgData name="Sandhiya K" userId="b3c9a53d1f84e148" providerId="LiveId" clId="{3526E624-9069-4CC4-BD2A-9CB26C190264}" dt="2025-12-11T11:02:27.460" v="134" actId="20577"/>
        <pc:sldMkLst>
          <pc:docMk/>
          <pc:sldMk cId="2706551332" sldId="276"/>
        </pc:sldMkLst>
        <pc:spChg chg="mod">
          <ac:chgData name="Sandhiya K" userId="b3c9a53d1f84e148" providerId="LiveId" clId="{3526E624-9069-4CC4-BD2A-9CB26C190264}" dt="2025-12-11T11:02:27.460" v="134" actId="20577"/>
          <ac:spMkLst>
            <pc:docMk/>
            <pc:sldMk cId="2706551332" sldId="276"/>
            <ac:spMk id="2" creationId="{F9F08BF5-6D2F-677C-22A8-5431B0A3B252}"/>
          </ac:spMkLst>
        </pc:spChg>
        <pc:spChg chg="del mod">
          <ac:chgData name="Sandhiya K" userId="b3c9a53d1f84e148" providerId="LiveId" clId="{3526E624-9069-4CC4-BD2A-9CB26C190264}" dt="2025-12-11T11:01:31.086" v="110"/>
          <ac:spMkLst>
            <pc:docMk/>
            <pc:sldMk cId="2706551332" sldId="276"/>
            <ac:spMk id="3" creationId="{99934A0F-1841-B709-4710-906E322ED40E}"/>
          </ac:spMkLst>
        </pc:spChg>
        <pc:graphicFrameChg chg="add mod modGraphic">
          <ac:chgData name="Sandhiya K" userId="b3c9a53d1f84e148" providerId="LiveId" clId="{3526E624-9069-4CC4-BD2A-9CB26C190264}" dt="2025-12-11T11:01:57.924" v="125" actId="20577"/>
          <ac:graphicFrameMkLst>
            <pc:docMk/>
            <pc:sldMk cId="2706551332" sldId="276"/>
            <ac:graphicFrameMk id="4" creationId="{B08758CE-29F6-E465-2CB3-8DB1531DDBC0}"/>
          </ac:graphicFrameMkLst>
        </pc:graphicFrameChg>
      </pc:sldChg>
      <pc:sldChg chg="modSp mod">
        <pc:chgData name="Sandhiya K" userId="b3c9a53d1f84e148" providerId="LiveId" clId="{3526E624-9069-4CC4-BD2A-9CB26C190264}" dt="2025-12-11T11:02:49.921" v="137"/>
        <pc:sldMkLst>
          <pc:docMk/>
          <pc:sldMk cId="2994686080" sldId="277"/>
        </pc:sldMkLst>
        <pc:spChg chg="mod">
          <ac:chgData name="Sandhiya K" userId="b3c9a53d1f84e148" providerId="LiveId" clId="{3526E624-9069-4CC4-BD2A-9CB26C190264}" dt="2025-12-11T11:02:49.921" v="137"/>
          <ac:spMkLst>
            <pc:docMk/>
            <pc:sldMk cId="2994686080" sldId="277"/>
            <ac:spMk id="2" creationId="{353BBDD6-D2EB-0BD9-9003-94A697B77227}"/>
          </ac:spMkLst>
        </pc:spChg>
        <pc:spChg chg="mod">
          <ac:chgData name="Sandhiya K" userId="b3c9a53d1f84e148" providerId="LiveId" clId="{3526E624-9069-4CC4-BD2A-9CB26C190264}" dt="2025-12-11T11:02:41.953" v="136"/>
          <ac:spMkLst>
            <pc:docMk/>
            <pc:sldMk cId="2994686080" sldId="277"/>
            <ac:spMk id="3" creationId="{0F712888-ACAF-450D-F3F6-D6FEA05A475D}"/>
          </ac:spMkLst>
        </pc:spChg>
      </pc:sldChg>
      <pc:sldChg chg="modSp mod">
        <pc:chgData name="Sandhiya K" userId="b3c9a53d1f84e148" providerId="LiveId" clId="{3526E624-9069-4CC4-BD2A-9CB26C190264}" dt="2025-12-11T11:03:16.056" v="153" actId="5793"/>
        <pc:sldMkLst>
          <pc:docMk/>
          <pc:sldMk cId="1319294888" sldId="278"/>
        </pc:sldMkLst>
        <pc:spChg chg="mod">
          <ac:chgData name="Sandhiya K" userId="b3c9a53d1f84e148" providerId="LiveId" clId="{3526E624-9069-4CC4-BD2A-9CB26C190264}" dt="2025-12-11T11:02:58.295" v="138"/>
          <ac:spMkLst>
            <pc:docMk/>
            <pc:sldMk cId="1319294888" sldId="278"/>
            <ac:spMk id="2" creationId="{9A76919C-2D5D-7B9F-4A8C-A1170524123D}"/>
          </ac:spMkLst>
        </pc:spChg>
        <pc:spChg chg="mod">
          <ac:chgData name="Sandhiya K" userId="b3c9a53d1f84e148" providerId="LiveId" clId="{3526E624-9069-4CC4-BD2A-9CB26C190264}" dt="2025-12-11T11:03:16.056" v="153" actId="5793"/>
          <ac:spMkLst>
            <pc:docMk/>
            <pc:sldMk cId="1319294888" sldId="278"/>
            <ac:spMk id="3" creationId="{074932E1-3740-220D-44B7-0BAA13F9C32C}"/>
          </ac:spMkLst>
        </pc:spChg>
      </pc:sldChg>
      <pc:sldChg chg="del">
        <pc:chgData name="Sandhiya K" userId="b3c9a53d1f84e148" providerId="LiveId" clId="{3526E624-9069-4CC4-BD2A-9CB26C190264}" dt="2025-12-11T11:15:09.241" v="154" actId="47"/>
        <pc:sldMkLst>
          <pc:docMk/>
          <pc:sldMk cId="87265684" sldId="279"/>
        </pc:sldMkLst>
      </pc:sldChg>
      <pc:sldChg chg="addSp delSp modSp mod">
        <pc:chgData name="Sandhiya K" userId="b3c9a53d1f84e148" providerId="LiveId" clId="{3526E624-9069-4CC4-BD2A-9CB26C190264}" dt="2025-12-11T10:49:43.264" v="4" actId="14100"/>
        <pc:sldMkLst>
          <pc:docMk/>
          <pc:sldMk cId="4211257816" sldId="280"/>
        </pc:sldMkLst>
        <pc:spChg chg="mod">
          <ac:chgData name="Sandhiya K" userId="b3c9a53d1f84e148" providerId="LiveId" clId="{3526E624-9069-4CC4-BD2A-9CB26C190264}" dt="2025-12-11T10:49:38.274" v="3" actId="20577"/>
          <ac:spMkLst>
            <pc:docMk/>
            <pc:sldMk cId="4211257816" sldId="280"/>
            <ac:spMk id="2" creationId="{DCCC2A88-B771-C853-818C-0DCFAF47317E}"/>
          </ac:spMkLst>
        </pc:spChg>
        <pc:spChg chg="del mod">
          <ac:chgData name="Sandhiya K" userId="b3c9a53d1f84e148" providerId="LiveId" clId="{3526E624-9069-4CC4-BD2A-9CB26C190264}" dt="2025-12-11T10:49:29.795" v="1"/>
          <ac:spMkLst>
            <pc:docMk/>
            <pc:sldMk cId="4211257816" sldId="280"/>
            <ac:spMk id="3" creationId="{C2C1CBF4-44D5-FE01-F27F-16DDB9D92D31}"/>
          </ac:spMkLst>
        </pc:spChg>
        <pc:graphicFrameChg chg="add mod modGraphic">
          <ac:chgData name="Sandhiya K" userId="b3c9a53d1f84e148" providerId="LiveId" clId="{3526E624-9069-4CC4-BD2A-9CB26C190264}" dt="2025-12-11T10:49:43.264" v="4" actId="14100"/>
          <ac:graphicFrameMkLst>
            <pc:docMk/>
            <pc:sldMk cId="4211257816" sldId="280"/>
            <ac:graphicFrameMk id="4" creationId="{D5E5FB36-1AFD-C5D2-1D26-3AB5F7B9C6E2}"/>
          </ac:graphicFrameMkLst>
        </pc:graphicFrameChg>
      </pc:sldChg>
      <pc:sldChg chg="addSp delSp modSp mod">
        <pc:chgData name="Sandhiya K" userId="b3c9a53d1f84e148" providerId="LiveId" clId="{3526E624-9069-4CC4-BD2A-9CB26C190264}" dt="2025-12-11T10:55:45.696" v="51" actId="20577"/>
        <pc:sldMkLst>
          <pc:docMk/>
          <pc:sldMk cId="4184710786" sldId="281"/>
        </pc:sldMkLst>
        <pc:spChg chg="mod">
          <ac:chgData name="Sandhiya K" userId="b3c9a53d1f84e148" providerId="LiveId" clId="{3526E624-9069-4CC4-BD2A-9CB26C190264}" dt="2025-12-11T10:55:45.696" v="51" actId="20577"/>
          <ac:spMkLst>
            <pc:docMk/>
            <pc:sldMk cId="4184710786" sldId="281"/>
            <ac:spMk id="2" creationId="{1715CBB6-3222-93C2-C92F-DFE611E686C9}"/>
          </ac:spMkLst>
        </pc:spChg>
        <pc:spChg chg="del mod">
          <ac:chgData name="Sandhiya K" userId="b3c9a53d1f84e148" providerId="LiveId" clId="{3526E624-9069-4CC4-BD2A-9CB26C190264}" dt="2025-12-11T10:55:30.499" v="43"/>
          <ac:spMkLst>
            <pc:docMk/>
            <pc:sldMk cId="4184710786" sldId="281"/>
            <ac:spMk id="3" creationId="{E5AB9A38-EA07-18BC-D487-517E488D9D9C}"/>
          </ac:spMkLst>
        </pc:spChg>
        <pc:graphicFrameChg chg="add mod modGraphic">
          <ac:chgData name="Sandhiya K" userId="b3c9a53d1f84e148" providerId="LiveId" clId="{3526E624-9069-4CC4-BD2A-9CB26C190264}" dt="2025-12-11T10:55:33.940" v="44" actId="14100"/>
          <ac:graphicFrameMkLst>
            <pc:docMk/>
            <pc:sldMk cId="4184710786" sldId="281"/>
            <ac:graphicFrameMk id="4" creationId="{58F13E4D-C3B4-8B1F-B554-CD4773FA5A28}"/>
          </ac:graphicFrameMkLst>
        </pc:graphicFrameChg>
      </pc:sldChg>
      <pc:sldChg chg="modSp mod">
        <pc:chgData name="Sandhiya K" userId="b3c9a53d1f84e148" providerId="LiveId" clId="{3526E624-9069-4CC4-BD2A-9CB26C190264}" dt="2025-12-11T10:57:02.450" v="78" actId="20577"/>
        <pc:sldMkLst>
          <pc:docMk/>
          <pc:sldMk cId="1053720267" sldId="282"/>
        </pc:sldMkLst>
        <pc:spChg chg="mod">
          <ac:chgData name="Sandhiya K" userId="b3c9a53d1f84e148" providerId="LiveId" clId="{3526E624-9069-4CC4-BD2A-9CB26C190264}" dt="2025-12-11T10:56:45.649" v="75" actId="27636"/>
          <ac:spMkLst>
            <pc:docMk/>
            <pc:sldMk cId="1053720267" sldId="282"/>
            <ac:spMk id="2" creationId="{4BEF16EB-589A-5865-C32B-9AEF172C6101}"/>
          </ac:spMkLst>
        </pc:spChg>
        <pc:spChg chg="mod">
          <ac:chgData name="Sandhiya K" userId="b3c9a53d1f84e148" providerId="LiveId" clId="{3526E624-9069-4CC4-BD2A-9CB26C190264}" dt="2025-12-11T10:57:02.450" v="78" actId="20577"/>
          <ac:spMkLst>
            <pc:docMk/>
            <pc:sldMk cId="1053720267" sldId="282"/>
            <ac:spMk id="3" creationId="{70B22EC6-6B93-5806-174E-F0C5CC8C2169}"/>
          </ac:spMkLst>
        </pc:spChg>
      </pc:sldChg>
      <pc:sldChg chg="modSp mod">
        <pc:chgData name="Sandhiya K" userId="b3c9a53d1f84e148" providerId="LiveId" clId="{3526E624-9069-4CC4-BD2A-9CB26C190264}" dt="2025-12-11T11:00:51.908" v="100" actId="113"/>
        <pc:sldMkLst>
          <pc:docMk/>
          <pc:sldMk cId="997205804" sldId="283"/>
        </pc:sldMkLst>
        <pc:spChg chg="mod">
          <ac:chgData name="Sandhiya K" userId="b3c9a53d1f84e148" providerId="LiveId" clId="{3526E624-9069-4CC4-BD2A-9CB26C190264}" dt="2025-12-11T11:00:46.641" v="99" actId="20577"/>
          <ac:spMkLst>
            <pc:docMk/>
            <pc:sldMk cId="997205804" sldId="283"/>
            <ac:spMk id="2" creationId="{543B20FE-9099-72C8-A7F2-9F7E53EFA415}"/>
          </ac:spMkLst>
        </pc:spChg>
        <pc:spChg chg="mod">
          <ac:chgData name="Sandhiya K" userId="b3c9a53d1f84e148" providerId="LiveId" clId="{3526E624-9069-4CC4-BD2A-9CB26C190264}" dt="2025-12-11T11:00:51.908" v="100" actId="113"/>
          <ac:spMkLst>
            <pc:docMk/>
            <pc:sldMk cId="997205804" sldId="283"/>
            <ac:spMk id="3" creationId="{A566C11D-388F-7AA3-FDD6-8A32715CB2A4}"/>
          </ac:spMkLst>
        </pc:spChg>
      </pc:sldChg>
      <pc:sldChg chg="modSp mod">
        <pc:chgData name="Sandhiya K" userId="b3c9a53d1f84e148" providerId="LiveId" clId="{3526E624-9069-4CC4-BD2A-9CB26C190264}" dt="2025-12-11T10:52:50.154" v="28" actId="27636"/>
        <pc:sldMkLst>
          <pc:docMk/>
          <pc:sldMk cId="3926696759" sldId="284"/>
        </pc:sldMkLst>
        <pc:spChg chg="mod">
          <ac:chgData name="Sandhiya K" userId="b3c9a53d1f84e148" providerId="LiveId" clId="{3526E624-9069-4CC4-BD2A-9CB26C190264}" dt="2025-12-11T10:52:50.154" v="28" actId="27636"/>
          <ac:spMkLst>
            <pc:docMk/>
            <pc:sldMk cId="3926696759" sldId="284"/>
            <ac:spMk id="2" creationId="{5104A03F-C80A-917A-407D-B3E7A0C1BFF6}"/>
          </ac:spMkLst>
        </pc:spChg>
        <pc:spChg chg="mod">
          <ac:chgData name="Sandhiya K" userId="b3c9a53d1f84e148" providerId="LiveId" clId="{3526E624-9069-4CC4-BD2A-9CB26C190264}" dt="2025-12-11T10:52:46.267" v="22" actId="21"/>
          <ac:spMkLst>
            <pc:docMk/>
            <pc:sldMk cId="3926696759" sldId="284"/>
            <ac:spMk id="3" creationId="{DEB908D4-CB23-9B5F-A56A-32D1E652CFBD}"/>
          </ac:spMkLst>
        </pc:spChg>
      </pc:sldChg>
      <pc:sldChg chg="modSp mod">
        <pc:chgData name="Sandhiya K" userId="b3c9a53d1f84e148" providerId="LiveId" clId="{3526E624-9069-4CC4-BD2A-9CB26C190264}" dt="2025-12-11T10:55:21.401" v="40" actId="113"/>
        <pc:sldMkLst>
          <pc:docMk/>
          <pc:sldMk cId="3353127683" sldId="285"/>
        </pc:sldMkLst>
        <pc:spChg chg="mod">
          <ac:chgData name="Sandhiya K" userId="b3c9a53d1f84e148" providerId="LiveId" clId="{3526E624-9069-4CC4-BD2A-9CB26C190264}" dt="2025-12-11T10:55:17.104" v="37"/>
          <ac:spMkLst>
            <pc:docMk/>
            <pc:sldMk cId="3353127683" sldId="285"/>
            <ac:spMk id="2" creationId="{2F41A9B0-207A-AFCB-00B6-D2ACF876F15C}"/>
          </ac:spMkLst>
        </pc:spChg>
        <pc:spChg chg="mod">
          <ac:chgData name="Sandhiya K" userId="b3c9a53d1f84e148" providerId="LiveId" clId="{3526E624-9069-4CC4-BD2A-9CB26C190264}" dt="2025-12-11T10:55:21.401" v="40" actId="113"/>
          <ac:spMkLst>
            <pc:docMk/>
            <pc:sldMk cId="3353127683" sldId="285"/>
            <ac:spMk id="3" creationId="{AF5FF9FC-9CAE-EDDA-7551-F3F00C5138D7}"/>
          </ac:spMkLst>
        </pc:spChg>
      </pc:sldChg>
      <pc:sldChg chg="modSp mod">
        <pc:chgData name="Sandhiya K" userId="b3c9a53d1f84e148" providerId="LiveId" clId="{3526E624-9069-4CC4-BD2A-9CB26C190264}" dt="2025-12-11T10:56:12.155" v="60"/>
        <pc:sldMkLst>
          <pc:docMk/>
          <pc:sldMk cId="3036150299" sldId="286"/>
        </pc:sldMkLst>
        <pc:spChg chg="mod">
          <ac:chgData name="Sandhiya K" userId="b3c9a53d1f84e148" providerId="LiveId" clId="{3526E624-9069-4CC4-BD2A-9CB26C190264}" dt="2025-12-11T10:56:12.155" v="60"/>
          <ac:spMkLst>
            <pc:docMk/>
            <pc:sldMk cId="3036150299" sldId="286"/>
            <ac:spMk id="2" creationId="{4B77AC6C-AA3E-E56D-D0BB-B78D3EA02A2C}"/>
          </ac:spMkLst>
        </pc:spChg>
        <pc:spChg chg="mod">
          <ac:chgData name="Sandhiya K" userId="b3c9a53d1f84e148" providerId="LiveId" clId="{3526E624-9069-4CC4-BD2A-9CB26C190264}" dt="2025-12-11T10:56:10.268" v="59" actId="21"/>
          <ac:spMkLst>
            <pc:docMk/>
            <pc:sldMk cId="3036150299" sldId="286"/>
            <ac:spMk id="3" creationId="{76AE2D48-EA5D-3B23-E639-B15F09B7AFB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9546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N" dirty="0"/>
              <a:t>PDF Parsing (PyPDF2 + </a:t>
            </a:r>
            <a:r>
              <a:rPr lang="en-IN" dirty="0" err="1"/>
              <a:t>pdfplumber</a:t>
            </a:r>
            <a:r>
              <a:rPr lang="en-IN" dirty="0"/>
              <a:t>)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DAB8B-9EC2-FFEC-7838-29685FEFC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E4832-756D-ACCD-5D50-B2C9C51C4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</a:t>
            </a:r>
            <a:r>
              <a:rPr lang="en-IN" dirty="0"/>
              <a:t>PDF Parsing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81094-BF69-B61D-5BFF-1213AB9F8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PDF Parsing = Programmatically reading, understanding, and extracting information from a PDF file.</a:t>
            </a:r>
          </a:p>
          <a:p>
            <a:pPr marL="0" indent="0">
              <a:buNone/>
            </a:pPr>
            <a:r>
              <a:rPr lang="en-US" b="1" dirty="0"/>
              <a:t> Why do we parse PDFs?</a:t>
            </a:r>
          </a:p>
          <a:p>
            <a:r>
              <a:rPr lang="en-US" dirty="0"/>
              <a:t>PDFs are not plain text.</a:t>
            </a:r>
          </a:p>
          <a:p>
            <a:r>
              <a:rPr lang="en-US" dirty="0"/>
              <a:t>They store data in structured objects (pages, fonts, annotations, streams).</a:t>
            </a:r>
          </a:p>
          <a:p>
            <a:r>
              <a:rPr lang="en-US" dirty="0"/>
              <a:t>Humans can read them easily, but computers need code to read and extract data.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39310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B2CA6-6964-1F5C-FF1A-10F42B6B1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C2A88-B771-C853-818C-0DCFAF473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 What Can PDF Parsing Extract?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5E5FB36-1AFD-C5D2-1D26-3AB5F7B9C6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7282423"/>
              </p:ext>
            </p:extLst>
          </p:nvPr>
        </p:nvGraphicFramePr>
        <p:xfrm>
          <a:off x="457200" y="1993392"/>
          <a:ext cx="8229600" cy="2967072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505604862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933285467"/>
                    </a:ext>
                  </a:extLst>
                </a:gridCol>
              </a:tblGrid>
              <a:tr h="494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Extractable Item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352733"/>
                  </a:ext>
                </a:extLst>
              </a:tr>
              <a:tr h="494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Text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Paragraphs, headings, resumes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389228"/>
                  </a:ext>
                </a:extLst>
              </a:tr>
              <a:tr h="494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Tables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Invoice tables, report tables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798540"/>
                  </a:ext>
                </a:extLst>
              </a:tr>
              <a:tr h="494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Images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Diagrams, scanned pages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6663589"/>
                  </a:ext>
                </a:extLst>
              </a:tr>
              <a:tr h="494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Metadata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Author, creation 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66781"/>
                  </a:ext>
                </a:extLst>
              </a:tr>
              <a:tr h="494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Layout structure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Page numbers, positions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3767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1257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2B1A1-4582-412C-07F9-520DCB28A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7ABED-9B82-E41C-5CFB-E3B08254D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How Python Parses PDFs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8B21C-1377-671E-A8C5-33A87A868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Libraries like </a:t>
            </a:r>
            <a:r>
              <a:rPr lang="en-US" b="1" dirty="0"/>
              <a:t>PyPDF2</a:t>
            </a:r>
            <a:r>
              <a:rPr lang="en-US" dirty="0"/>
              <a:t> and </a:t>
            </a:r>
            <a:r>
              <a:rPr lang="en-US" b="1" dirty="0" err="1"/>
              <a:t>pdfplumber</a:t>
            </a:r>
            <a:r>
              <a:rPr lang="en-US" dirty="0"/>
              <a:t> do the following:</a:t>
            </a:r>
          </a:p>
          <a:p>
            <a:pPr marL="0" indent="0">
              <a:buNone/>
            </a:pPr>
            <a:r>
              <a:rPr lang="en-US" b="1" dirty="0"/>
              <a:t>✔ Step 1 — Load the PDF</a:t>
            </a:r>
          </a:p>
          <a:p>
            <a:pPr marL="0" indent="0">
              <a:buNone/>
            </a:pPr>
            <a:r>
              <a:rPr lang="en-US" dirty="0"/>
              <a:t>The PDF is opened, and each page is accessed internally.</a:t>
            </a:r>
          </a:p>
          <a:p>
            <a:pPr marL="0" indent="0">
              <a:buNone/>
            </a:pPr>
            <a:r>
              <a:rPr lang="en-US" b="1" dirty="0"/>
              <a:t>✔ Step 2 — Read the objects inside the PDF</a:t>
            </a:r>
          </a:p>
          <a:p>
            <a:pPr marL="0" indent="0">
              <a:buNone/>
            </a:pPr>
            <a:r>
              <a:rPr lang="en-US" dirty="0"/>
              <a:t>These objects can be:</a:t>
            </a:r>
          </a:p>
          <a:p>
            <a:pPr marL="0" indent="0">
              <a:buNone/>
            </a:pPr>
            <a:r>
              <a:rPr lang="en-US" dirty="0"/>
              <a:t>text streams</a:t>
            </a:r>
          </a:p>
          <a:p>
            <a:pPr marL="0" indent="0">
              <a:buNone/>
            </a:pPr>
            <a:r>
              <a:rPr lang="en-US" dirty="0"/>
              <a:t>image streams</a:t>
            </a:r>
          </a:p>
          <a:p>
            <a:pPr marL="0" indent="0">
              <a:buNone/>
            </a:pPr>
            <a:r>
              <a:rPr lang="en-US" dirty="0"/>
              <a:t>vector drawings</a:t>
            </a:r>
          </a:p>
          <a:p>
            <a:pPr marL="0" indent="0">
              <a:buNone/>
            </a:pPr>
            <a:r>
              <a:rPr lang="en-US" dirty="0"/>
              <a:t>font objects</a:t>
            </a:r>
          </a:p>
          <a:p>
            <a:pPr marL="0" indent="0">
              <a:buNone/>
            </a:pPr>
            <a:r>
              <a:rPr lang="en-US" dirty="0"/>
              <a:t>layout coordinates</a:t>
            </a:r>
          </a:p>
          <a:p>
            <a:pPr marL="0" indent="0">
              <a:buNone/>
            </a:pPr>
            <a:r>
              <a:rPr lang="en-US" b="1" dirty="0"/>
              <a:t>✔ Step 3 — Extract readable text or data</a:t>
            </a:r>
          </a:p>
          <a:p>
            <a:pPr marL="0" indent="0">
              <a:buNone/>
            </a:pPr>
            <a:r>
              <a:rPr lang="en-US" dirty="0"/>
              <a:t>The library converts encoded PDF text into normal strings.</a:t>
            </a:r>
          </a:p>
          <a:p>
            <a:pPr marL="0" indent="0">
              <a:buNone/>
            </a:pPr>
            <a:r>
              <a:rPr lang="en-US" b="1" dirty="0"/>
              <a:t>✔ Step 4 — Return it to you in Python</a:t>
            </a:r>
          </a:p>
          <a:p>
            <a:pPr marL="0" indent="0">
              <a:buNone/>
            </a:pPr>
            <a:r>
              <a:rPr lang="en-US" dirty="0"/>
              <a:t>You get the extracted content as plain text.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36198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FDF3A-5242-01A1-A75C-E75161F14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4A03F-C80A-917A-407D-B3E7A0C1B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Example of PDF Parsing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908D4-CB23-9B5F-A56A-32D1E652CF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1" dirty="0"/>
              <a:t>Input PDF:</a:t>
            </a:r>
          </a:p>
          <a:p>
            <a:pPr marL="0" indent="0">
              <a:buNone/>
            </a:pPr>
            <a:r>
              <a:rPr lang="en-IN" dirty="0"/>
              <a:t>A page containing:</a:t>
            </a:r>
          </a:p>
          <a:p>
            <a:pPr marL="0" indent="0">
              <a:buNone/>
            </a:pPr>
            <a:r>
              <a:rPr lang="en-IN" dirty="0"/>
              <a:t>Employee Name: John Doe</a:t>
            </a:r>
          </a:p>
          <a:p>
            <a:pPr marL="0" indent="0">
              <a:buNone/>
            </a:pPr>
            <a:r>
              <a:rPr lang="en-IN" dirty="0"/>
              <a:t>Role: Software Engineer</a:t>
            </a:r>
          </a:p>
          <a:p>
            <a:pPr marL="0" indent="0">
              <a:buNone/>
            </a:pPr>
            <a:r>
              <a:rPr lang="en-IN" dirty="0"/>
              <a:t>Experience: 5 Years</a:t>
            </a:r>
          </a:p>
          <a:p>
            <a:pPr marL="0" indent="0">
              <a:buNone/>
            </a:pPr>
            <a:r>
              <a:rPr lang="en-IN" b="1" dirty="0"/>
              <a:t>Python Code:</a:t>
            </a:r>
          </a:p>
          <a:p>
            <a:pPr marL="0" indent="0">
              <a:buNone/>
            </a:pPr>
            <a:r>
              <a:rPr lang="en-IN" dirty="0"/>
              <a:t>from PyPDF2 import </a:t>
            </a:r>
            <a:r>
              <a:rPr lang="en-IN" dirty="0" err="1"/>
              <a:t>PdfReader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reader = </a:t>
            </a:r>
            <a:r>
              <a:rPr lang="en-IN" dirty="0" err="1"/>
              <a:t>PdfReader</a:t>
            </a:r>
            <a:r>
              <a:rPr lang="en-IN" dirty="0"/>
              <a:t>("resume.pdf")</a:t>
            </a:r>
          </a:p>
          <a:p>
            <a:pPr marL="0" indent="0">
              <a:buNone/>
            </a:pPr>
            <a:r>
              <a:rPr lang="en-IN" dirty="0"/>
              <a:t>text = </a:t>
            </a:r>
            <a:r>
              <a:rPr lang="en-IN" dirty="0" err="1"/>
              <a:t>reader.pages</a:t>
            </a:r>
            <a:r>
              <a:rPr lang="en-IN" dirty="0"/>
              <a:t>[0].</a:t>
            </a:r>
            <a:r>
              <a:rPr lang="en-IN" dirty="0" err="1"/>
              <a:t>extract_text</a:t>
            </a:r>
            <a:r>
              <a:rPr lang="en-IN" dirty="0"/>
              <a:t>()</a:t>
            </a:r>
          </a:p>
          <a:p>
            <a:pPr marL="0" indent="0">
              <a:buNone/>
            </a:pPr>
            <a:r>
              <a:rPr lang="en-IN" dirty="0"/>
              <a:t>print(text)</a:t>
            </a:r>
          </a:p>
          <a:p>
            <a:pPr marL="0" indent="0">
              <a:buNone/>
            </a:pPr>
            <a:r>
              <a:rPr lang="en-IN" b="1" dirty="0"/>
              <a:t>Output:</a:t>
            </a:r>
          </a:p>
          <a:p>
            <a:pPr marL="0" indent="0">
              <a:buNone/>
            </a:pPr>
            <a:r>
              <a:rPr lang="en-IN" dirty="0"/>
              <a:t>Employee Name: John Doe</a:t>
            </a:r>
          </a:p>
          <a:p>
            <a:pPr marL="0" indent="0">
              <a:buNone/>
            </a:pPr>
            <a:r>
              <a:rPr lang="en-IN" dirty="0"/>
              <a:t>Role: Software Engineer</a:t>
            </a:r>
          </a:p>
          <a:p>
            <a:pPr marL="0" indent="0">
              <a:buNone/>
            </a:pPr>
            <a:r>
              <a:rPr lang="en-IN" dirty="0"/>
              <a:t>Experience: 5 Years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26696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970E9-5DE9-69AC-D216-832478FEB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1A9B0-207A-AFCB-00B6-D2ACF876F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PyPDF2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FF9FC-9CAE-EDDA-7551-F3F00C513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PyPDF2 is a Python library used to read, extract text, split, merge, and manipulate PDF files.</a:t>
            </a:r>
          </a:p>
          <a:p>
            <a:r>
              <a:rPr lang="en-US" dirty="0"/>
              <a:t>It helps you work with PDFs without needing Adobe Acrobat.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53127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21A2A-F48C-5576-EDB6-0576593E8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5CBB6-3222-93C2-C92F-DFE611E68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 What PyPDF2 Can Do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8F13E4D-C3B4-8B1F-B554-CD4773FA5A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3920537"/>
              </p:ext>
            </p:extLst>
          </p:nvPr>
        </p:nvGraphicFramePr>
        <p:xfrm>
          <a:off x="457200" y="1636776"/>
          <a:ext cx="8229600" cy="3506566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1835700618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353949687"/>
                    </a:ext>
                  </a:extLst>
                </a:gridCol>
              </a:tblGrid>
              <a:tr h="5009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5658730"/>
                  </a:ext>
                </a:extLst>
              </a:tr>
              <a:tr h="5009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Read PDFs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Open PDF files in Python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3179894"/>
                  </a:ext>
                </a:extLst>
              </a:tr>
              <a:tr h="5009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Extract text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Get text from each page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6770443"/>
                  </a:ext>
                </a:extLst>
              </a:tr>
              <a:tr h="5009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Split PDFs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Break one PDF into many pages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9328363"/>
                  </a:ext>
                </a:extLst>
              </a:tr>
              <a:tr h="5009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Merge PDFs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Combine multiple PDFs into 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9236869"/>
                  </a:ext>
                </a:extLst>
              </a:tr>
              <a:tr h="5009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Rotate pages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Turn pages left/right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0432605"/>
                  </a:ext>
                </a:extLst>
              </a:tr>
              <a:tr h="5009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Read metadata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Title, author, creation 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76140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4710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0AB21-9949-67CB-F7CF-D7450FCA3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7AC6C-AA3E-E56D-D0BB-B78D3EA02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What PyPDF2 Cannot 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E2D48-EA5D-3B23-E639-B15F09B7A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Cannot read </a:t>
            </a:r>
            <a:r>
              <a:rPr lang="en-US" b="1" dirty="0"/>
              <a:t>scanned PDFs</a:t>
            </a:r>
            <a:r>
              <a:rPr lang="en-US" dirty="0"/>
              <a:t> (because they are images)</a:t>
            </a:r>
            <a:br>
              <a:rPr lang="en-US" dirty="0"/>
            </a:br>
            <a:r>
              <a:rPr lang="en-US" dirty="0"/>
              <a:t> Cannot extract images very well</a:t>
            </a:r>
            <a:br>
              <a:rPr lang="en-US" dirty="0"/>
            </a:br>
            <a:r>
              <a:rPr lang="en-US" dirty="0"/>
              <a:t> Cannot detect the layout like tables</a:t>
            </a:r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036150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DDC39-5DBE-52DE-1F19-7542D9CE8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F16EB-589A-5865-C32B-9AEF172C6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Simple Syntax 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22EC6-6B93-5806-174E-F0C5CC8C2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from PyPDF2 import </a:t>
            </a:r>
            <a:r>
              <a:rPr lang="en-IN" dirty="0" err="1"/>
              <a:t>PdfReader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reader = </a:t>
            </a:r>
            <a:r>
              <a:rPr lang="en-IN" dirty="0" err="1"/>
              <a:t>PdfReader</a:t>
            </a:r>
            <a:r>
              <a:rPr lang="en-IN" dirty="0"/>
              <a:t>("sample.pdf")</a:t>
            </a:r>
          </a:p>
          <a:p>
            <a:pPr marL="0" indent="0">
              <a:buNone/>
            </a:pPr>
            <a:r>
              <a:rPr lang="en-IN" dirty="0"/>
              <a:t>page = </a:t>
            </a:r>
            <a:r>
              <a:rPr lang="en-IN" dirty="0" err="1"/>
              <a:t>reader.pages</a:t>
            </a:r>
            <a:r>
              <a:rPr lang="en-IN" dirty="0"/>
              <a:t>[0]</a:t>
            </a:r>
          </a:p>
          <a:p>
            <a:pPr marL="0" indent="0">
              <a:buNone/>
            </a:pPr>
            <a:r>
              <a:rPr lang="en-IN" dirty="0"/>
              <a:t>text = </a:t>
            </a:r>
            <a:r>
              <a:rPr lang="en-IN" dirty="0" err="1"/>
              <a:t>page.extract_text</a:t>
            </a:r>
            <a:r>
              <a:rPr lang="en-IN" dirty="0"/>
              <a:t>()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print(text)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Output Example</a:t>
            </a:r>
          </a:p>
          <a:p>
            <a:pPr marL="0" indent="0">
              <a:buNone/>
            </a:pPr>
            <a:r>
              <a:rPr lang="en-IN" dirty="0"/>
              <a:t>This is a sample PDF text extracted using PyPDF2.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53720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E2925-79FB-3DF6-0A51-7FE607E78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B20FE-9099-72C8-A7F2-9F7E53EFA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pdfplumber</a:t>
            </a:r>
            <a:r>
              <a:rPr lang="en-US" b="1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6C11D-388F-7AA3-FDD6-8A32715CB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pdfplumber</a:t>
            </a:r>
            <a:r>
              <a:rPr lang="en-US" dirty="0"/>
              <a:t> is a Python library used to extract text, tables, and layout information from PDF files with high accuracy.</a:t>
            </a:r>
          </a:p>
          <a:p>
            <a:r>
              <a:rPr lang="en-US" dirty="0"/>
              <a:t>It gives more structured and cleaner output than PyPDF2.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97205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CD443-C746-CA4A-BD28-AD68C42DA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28E42-F3F9-E401-9D44-53A4F8BAD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 What </a:t>
            </a:r>
            <a:r>
              <a:rPr lang="en-IN" b="1" dirty="0" err="1"/>
              <a:t>pdfplumber</a:t>
            </a:r>
            <a:r>
              <a:rPr lang="en-IN" b="1" dirty="0"/>
              <a:t> Can Do</a:t>
            </a:r>
            <a:br>
              <a:rPr lang="en-IN" b="1" dirty="0"/>
            </a:br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524B892-53A7-267B-B655-7A7F695813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0885087"/>
              </p:ext>
            </p:extLst>
          </p:nvPr>
        </p:nvGraphicFramePr>
        <p:xfrm>
          <a:off x="457200" y="1911096"/>
          <a:ext cx="8229600" cy="3049368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181376181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440349304"/>
                    </a:ext>
                  </a:extLst>
                </a:gridCol>
              </a:tblGrid>
              <a:tr h="5082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Explanation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319744"/>
                  </a:ext>
                </a:extLst>
              </a:tr>
              <a:tr h="5082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Extract text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Very accurate text extraction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7514312"/>
                  </a:ext>
                </a:extLst>
              </a:tr>
              <a:tr h="5082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Extract tables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Reads rows &amp; columns from PDFs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7426956"/>
                  </a:ext>
                </a:extLst>
              </a:tr>
              <a:tr h="5082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Extract bounding boxes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Finds exact position of text on page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0987007"/>
                  </a:ext>
                </a:extLst>
              </a:tr>
              <a:tr h="5082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Extract images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Can detect embedded images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9182668"/>
                  </a:ext>
                </a:extLst>
              </a:tr>
              <a:tr h="5082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Page layout analysis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Understands columns, spacing, lines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051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560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E41BA-8E08-C885-6DE5-CFBE28C95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08BF5-6D2F-677C-22A8-5431B0A3B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Why </a:t>
            </a:r>
            <a:r>
              <a:rPr lang="en-US" sz="2800" dirty="0" err="1"/>
              <a:t>pdfplumber</a:t>
            </a:r>
            <a:r>
              <a:rPr lang="en-US" sz="2800" dirty="0"/>
              <a:t> is better than PyPDF2?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08758CE-29F6-E465-2CB3-8DB1531DDB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1865930"/>
              </p:ext>
            </p:extLst>
          </p:nvPr>
        </p:nvGraphicFramePr>
        <p:xfrm>
          <a:off x="457200" y="2811621"/>
          <a:ext cx="8229600" cy="21031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98768659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985565218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9003959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PyPDF2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pdfplumber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9000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Extract simple 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Good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Excellent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553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Extract tables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9585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Extract with layout 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0298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Scanned PDF support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 (needs OCR)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412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65513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56362-24A4-7BB2-50D7-1699E4DBF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BBDD6-D2EB-0BD9-9003-94A697B77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Syntax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12888-ACAF-450D-F3F6-D6FEA05A4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import pdfplumber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with pdfplumber.open("sample.pdf") as pdf:</a:t>
            </a:r>
          </a:p>
          <a:p>
            <a:pPr marL="0" indent="0">
              <a:buNone/>
            </a:pPr>
            <a:r>
              <a:rPr lang="pt-BR" dirty="0"/>
              <a:t>    page = pdf.pages[0]</a:t>
            </a:r>
          </a:p>
          <a:p>
            <a:pPr marL="0" indent="0">
              <a:buNone/>
            </a:pPr>
            <a:r>
              <a:rPr lang="pt-BR" dirty="0"/>
              <a:t>    text = page.extract_text()</a:t>
            </a:r>
          </a:p>
          <a:p>
            <a:pPr marL="0" indent="0">
              <a:buNone/>
            </a:pPr>
            <a:r>
              <a:rPr lang="pt-BR" dirty="0"/>
              <a:t>    print(text)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946860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850CD-73AA-9AF3-715E-329A412A8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6919C-2D5D-7B9F-4A8C-A11705241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Output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932E1-3740-220D-44B7-0BAA13F9C3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Functionality:</a:t>
            </a:r>
            <a:r>
              <a:rPr lang="en-US" dirty="0"/>
              <a:t> Check if two variables refer to the same object.</a:t>
            </a:r>
          </a:p>
          <a:p>
            <a:r>
              <a:rPr lang="en-US" b="1" dirty="0"/>
              <a:t>Syntax:</a:t>
            </a:r>
          </a:p>
          <a:p>
            <a:r>
              <a:rPr lang="en-US" dirty="0"/>
              <a:t>a is b  </a:t>
            </a:r>
          </a:p>
          <a:p>
            <a:r>
              <a:rPr lang="en-US" dirty="0"/>
              <a:t>a is not b</a:t>
            </a:r>
          </a:p>
          <a:p>
            <a:pPr marL="0" indent="0">
              <a:buNone/>
            </a:pPr>
            <a:r>
              <a:rPr lang="en-IN" b="1" dirty="0"/>
              <a:t>Example:</a:t>
            </a:r>
          </a:p>
          <a:p>
            <a:pPr marL="0" indent="0">
              <a:buNone/>
            </a:pPr>
            <a:r>
              <a:rPr lang="en-US" dirty="0"/>
              <a:t>a = [1,2]</a:t>
            </a:r>
          </a:p>
          <a:p>
            <a:pPr marL="0" indent="0">
              <a:buNone/>
            </a:pPr>
            <a:r>
              <a:rPr lang="en-US" dirty="0"/>
              <a:t>b = a</a:t>
            </a:r>
          </a:p>
          <a:p>
            <a:pPr marL="0" indent="0">
              <a:buNone/>
            </a:pPr>
            <a:r>
              <a:rPr lang="en-US" dirty="0"/>
              <a:t>print(a is b) True</a:t>
            </a:r>
          </a:p>
          <a:p>
            <a:pPr marL="0" indent="0">
              <a:buNone/>
            </a:pPr>
            <a:r>
              <a:rPr lang="en-US" dirty="0"/>
              <a:t>Output </a:t>
            </a:r>
          </a:p>
          <a:p>
            <a:pPr marL="0" indent="0">
              <a:buNone/>
            </a:pPr>
            <a:r>
              <a:rPr lang="pt-BR" dirty="0"/>
              <a:t>Item    Quantity   Price</a:t>
            </a:r>
          </a:p>
          <a:p>
            <a:pPr marL="0" indent="0">
              <a:buNone/>
            </a:pPr>
            <a:r>
              <a:rPr lang="pt-BR" dirty="0"/>
              <a:t>Apple      2        40</a:t>
            </a:r>
          </a:p>
          <a:p>
            <a:pPr marL="0" indent="0">
              <a:buNone/>
            </a:pPr>
            <a:r>
              <a:rPr lang="pt-BR" dirty="0"/>
              <a:t>Mango      5       120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19294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1626</TotalTime>
  <Words>639</Words>
  <Application>Microsoft Office PowerPoint</Application>
  <PresentationFormat>On-screen Show (4:3)</PresentationFormat>
  <Paragraphs>135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PDF Parsing (PyPDF2 + pdfplumber)</vt:lpstr>
      <vt:lpstr>What is PDF Parsing</vt:lpstr>
      <vt:lpstr> What Can PDF Parsing Extract?</vt:lpstr>
      <vt:lpstr>How Python Parses PDFs</vt:lpstr>
      <vt:lpstr>Example of PDF Parsing</vt:lpstr>
      <vt:lpstr>PyPDF2 </vt:lpstr>
      <vt:lpstr> What PyPDF2 Can Do</vt:lpstr>
      <vt:lpstr>What PyPDF2 Cannot Do</vt:lpstr>
      <vt:lpstr>Simple Syntax Example</vt:lpstr>
      <vt:lpstr>pdfplumber </vt:lpstr>
      <vt:lpstr> What pdfplumber Can Do </vt:lpstr>
      <vt:lpstr>Why pdfplumber is better than PyPDF2?</vt:lpstr>
      <vt:lpstr>Syntax </vt:lpstr>
      <vt:lpstr>Output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Sandhiya K</dc:creator>
  <cp:keywords/>
  <dc:description>generated using python-pptx</dc:description>
  <cp:lastModifiedBy>Sandhiya K</cp:lastModifiedBy>
  <cp:revision>16</cp:revision>
  <dcterms:created xsi:type="dcterms:W3CDTF">2013-01-27T09:14:16Z</dcterms:created>
  <dcterms:modified xsi:type="dcterms:W3CDTF">2025-12-11T11:15:15Z</dcterms:modified>
  <cp:category/>
</cp:coreProperties>
</file>