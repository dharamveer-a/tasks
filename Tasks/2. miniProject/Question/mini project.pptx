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0" r:id="rId4"/>
    <p:sldId id="274" r:id="rId5"/>
    <p:sldId id="295" r:id="rId6"/>
    <p:sldId id="296" r:id="rId7"/>
    <p:sldId id="297" r:id="rId8"/>
    <p:sldId id="298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77E9A-D984-4D3C-98D1-47E0281F5FFA}" v="12" dt="2025-12-06T13:15:20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iya K" userId="b3c9a53d1f84e148" providerId="LiveId" clId="{3526E624-9069-4CC4-BD2A-9CB26C190264}"/>
    <pc:docChg chg="undo custSel addSld delSld modSld">
      <pc:chgData name="Sandhiya K" userId="b3c9a53d1f84e148" providerId="LiveId" clId="{3526E624-9069-4CC4-BD2A-9CB26C190264}" dt="2025-12-06T13:15:46.737" v="78" actId="47"/>
      <pc:docMkLst>
        <pc:docMk/>
      </pc:docMkLst>
      <pc:sldChg chg="modSp mod">
        <pc:chgData name="Sandhiya K" userId="b3c9a53d1f84e148" providerId="LiveId" clId="{3526E624-9069-4CC4-BD2A-9CB26C190264}" dt="2025-12-06T13:11:17.175" v="1" actId="27636"/>
        <pc:sldMkLst>
          <pc:docMk/>
          <pc:sldMk cId="3439310645" sldId="263"/>
        </pc:sldMkLst>
        <pc:spChg chg="mod">
          <ac:chgData name="Sandhiya K" userId="b3c9a53d1f84e148" providerId="LiveId" clId="{3526E624-9069-4CC4-BD2A-9CB26C190264}" dt="2025-12-06T13:11:17.175" v="1" actId="27636"/>
          <ac:spMkLst>
            <pc:docMk/>
            <pc:sldMk cId="3439310645" sldId="263"/>
            <ac:spMk id="3" creationId="{AFF81094-BF69-B61D-5BFF-1213AB9F89D5}"/>
          </ac:spMkLst>
        </pc:spChg>
      </pc:sldChg>
      <pc:sldChg chg="modSp mod">
        <pc:chgData name="Sandhiya K" userId="b3c9a53d1f84e148" providerId="LiveId" clId="{3526E624-9069-4CC4-BD2A-9CB26C190264}" dt="2025-12-06T13:12:00.603" v="17" actId="20577"/>
        <pc:sldMkLst>
          <pc:docMk/>
          <pc:sldMk cId="3336198748" sldId="274"/>
        </pc:sldMkLst>
        <pc:spChg chg="mod">
          <ac:chgData name="Sandhiya K" userId="b3c9a53d1f84e148" providerId="LiveId" clId="{3526E624-9069-4CC4-BD2A-9CB26C190264}" dt="2025-12-06T13:11:52.633" v="8" actId="20577"/>
          <ac:spMkLst>
            <pc:docMk/>
            <pc:sldMk cId="3336198748" sldId="274"/>
            <ac:spMk id="2" creationId="{2367ABED-9B82-E41C-5CFB-E3B08254DC31}"/>
          </ac:spMkLst>
        </pc:spChg>
        <pc:spChg chg="mod">
          <ac:chgData name="Sandhiya K" userId="b3c9a53d1f84e148" providerId="LiveId" clId="{3526E624-9069-4CC4-BD2A-9CB26C190264}" dt="2025-12-06T13:12:00.603" v="17" actId="20577"/>
          <ac:spMkLst>
            <pc:docMk/>
            <pc:sldMk cId="3336198748" sldId="274"/>
            <ac:spMk id="3" creationId="{94B8B21C-1377-671E-A8C5-33A87A868216}"/>
          </ac:spMkLst>
        </pc:spChg>
      </pc:sldChg>
      <pc:sldChg chg="del">
        <pc:chgData name="Sandhiya K" userId="b3c9a53d1f84e148" providerId="LiveId" clId="{3526E624-9069-4CC4-BD2A-9CB26C190264}" dt="2025-12-06T13:15:31.398" v="59" actId="47"/>
        <pc:sldMkLst>
          <pc:docMk/>
          <pc:sldMk cId="280560788" sldId="275"/>
        </pc:sldMkLst>
      </pc:sldChg>
      <pc:sldChg chg="del">
        <pc:chgData name="Sandhiya K" userId="b3c9a53d1f84e148" providerId="LiveId" clId="{3526E624-9069-4CC4-BD2A-9CB26C190264}" dt="2025-12-06T13:15:34.397" v="60" actId="47"/>
        <pc:sldMkLst>
          <pc:docMk/>
          <pc:sldMk cId="2706551332" sldId="276"/>
        </pc:sldMkLst>
      </pc:sldChg>
      <pc:sldChg chg="del">
        <pc:chgData name="Sandhiya K" userId="b3c9a53d1f84e148" providerId="LiveId" clId="{3526E624-9069-4CC4-BD2A-9CB26C190264}" dt="2025-12-06T13:15:40.245" v="63" actId="47"/>
        <pc:sldMkLst>
          <pc:docMk/>
          <pc:sldMk cId="2994686080" sldId="277"/>
        </pc:sldMkLst>
      </pc:sldChg>
      <pc:sldChg chg="del">
        <pc:chgData name="Sandhiya K" userId="b3c9a53d1f84e148" providerId="LiveId" clId="{3526E624-9069-4CC4-BD2A-9CB26C190264}" dt="2025-12-06T13:15:41.689" v="64" actId="47"/>
        <pc:sldMkLst>
          <pc:docMk/>
          <pc:sldMk cId="1319294888" sldId="278"/>
        </pc:sldMkLst>
      </pc:sldChg>
      <pc:sldChg chg="del">
        <pc:chgData name="Sandhiya K" userId="b3c9a53d1f84e148" providerId="LiveId" clId="{3526E624-9069-4CC4-BD2A-9CB26C190264}" dt="2025-12-06T13:15:44.572" v="76" actId="47"/>
        <pc:sldMkLst>
          <pc:docMk/>
          <pc:sldMk cId="87265684" sldId="279"/>
        </pc:sldMkLst>
      </pc:sldChg>
      <pc:sldChg chg="del">
        <pc:chgData name="Sandhiya K" userId="b3c9a53d1f84e148" providerId="LiveId" clId="{3526E624-9069-4CC4-BD2A-9CB26C190264}" dt="2025-12-06T13:15:29.561" v="58" actId="47"/>
        <pc:sldMkLst>
          <pc:docMk/>
          <pc:sldMk cId="2325523331" sldId="281"/>
        </pc:sldMkLst>
      </pc:sldChg>
      <pc:sldChg chg="del">
        <pc:chgData name="Sandhiya K" userId="b3c9a53d1f84e148" providerId="LiveId" clId="{3526E624-9069-4CC4-BD2A-9CB26C190264}" dt="2025-12-06T13:15:38.080" v="61" actId="47"/>
        <pc:sldMkLst>
          <pc:docMk/>
          <pc:sldMk cId="3337389840" sldId="282"/>
        </pc:sldMkLst>
      </pc:sldChg>
      <pc:sldChg chg="del">
        <pc:chgData name="Sandhiya K" userId="b3c9a53d1f84e148" providerId="LiveId" clId="{3526E624-9069-4CC4-BD2A-9CB26C190264}" dt="2025-12-06T13:15:39.631" v="62" actId="47"/>
        <pc:sldMkLst>
          <pc:docMk/>
          <pc:sldMk cId="4222889973" sldId="283"/>
        </pc:sldMkLst>
      </pc:sldChg>
      <pc:sldChg chg="del">
        <pc:chgData name="Sandhiya K" userId="b3c9a53d1f84e148" providerId="LiveId" clId="{3526E624-9069-4CC4-BD2A-9CB26C190264}" dt="2025-12-06T13:15:42.029" v="65" actId="47"/>
        <pc:sldMkLst>
          <pc:docMk/>
          <pc:sldMk cId="3297824324" sldId="284"/>
        </pc:sldMkLst>
      </pc:sldChg>
      <pc:sldChg chg="del">
        <pc:chgData name="Sandhiya K" userId="b3c9a53d1f84e148" providerId="LiveId" clId="{3526E624-9069-4CC4-BD2A-9CB26C190264}" dt="2025-12-06T13:15:42.234" v="66" actId="47"/>
        <pc:sldMkLst>
          <pc:docMk/>
          <pc:sldMk cId="2411743890" sldId="285"/>
        </pc:sldMkLst>
      </pc:sldChg>
      <pc:sldChg chg="del">
        <pc:chgData name="Sandhiya K" userId="b3c9a53d1f84e148" providerId="LiveId" clId="{3526E624-9069-4CC4-BD2A-9CB26C190264}" dt="2025-12-06T13:15:42.388" v="67" actId="47"/>
        <pc:sldMkLst>
          <pc:docMk/>
          <pc:sldMk cId="819657705" sldId="286"/>
        </pc:sldMkLst>
      </pc:sldChg>
      <pc:sldChg chg="del">
        <pc:chgData name="Sandhiya K" userId="b3c9a53d1f84e148" providerId="LiveId" clId="{3526E624-9069-4CC4-BD2A-9CB26C190264}" dt="2025-12-06T13:15:43.213" v="68" actId="47"/>
        <pc:sldMkLst>
          <pc:docMk/>
          <pc:sldMk cId="576068654" sldId="287"/>
        </pc:sldMkLst>
      </pc:sldChg>
      <pc:sldChg chg="del">
        <pc:chgData name="Sandhiya K" userId="b3c9a53d1f84e148" providerId="LiveId" clId="{3526E624-9069-4CC4-BD2A-9CB26C190264}" dt="2025-12-06T13:15:43.394" v="69" actId="47"/>
        <pc:sldMkLst>
          <pc:docMk/>
          <pc:sldMk cId="1035428486" sldId="288"/>
        </pc:sldMkLst>
      </pc:sldChg>
      <pc:sldChg chg="del">
        <pc:chgData name="Sandhiya K" userId="b3c9a53d1f84e148" providerId="LiveId" clId="{3526E624-9069-4CC4-BD2A-9CB26C190264}" dt="2025-12-06T13:15:43.553" v="70" actId="47"/>
        <pc:sldMkLst>
          <pc:docMk/>
          <pc:sldMk cId="2048490334" sldId="289"/>
        </pc:sldMkLst>
      </pc:sldChg>
      <pc:sldChg chg="del">
        <pc:chgData name="Sandhiya K" userId="b3c9a53d1f84e148" providerId="LiveId" clId="{3526E624-9069-4CC4-BD2A-9CB26C190264}" dt="2025-12-06T13:15:43.852" v="71" actId="47"/>
        <pc:sldMkLst>
          <pc:docMk/>
          <pc:sldMk cId="2486659326" sldId="290"/>
        </pc:sldMkLst>
      </pc:sldChg>
      <pc:sldChg chg="del">
        <pc:chgData name="Sandhiya K" userId="b3c9a53d1f84e148" providerId="LiveId" clId="{3526E624-9069-4CC4-BD2A-9CB26C190264}" dt="2025-12-06T13:15:43.972" v="72" actId="47"/>
        <pc:sldMkLst>
          <pc:docMk/>
          <pc:sldMk cId="1658436110" sldId="291"/>
        </pc:sldMkLst>
      </pc:sldChg>
      <pc:sldChg chg="del">
        <pc:chgData name="Sandhiya K" userId="b3c9a53d1f84e148" providerId="LiveId" clId="{3526E624-9069-4CC4-BD2A-9CB26C190264}" dt="2025-12-06T13:15:44.143" v="73" actId="47"/>
        <pc:sldMkLst>
          <pc:docMk/>
          <pc:sldMk cId="2917356714" sldId="292"/>
        </pc:sldMkLst>
      </pc:sldChg>
      <pc:sldChg chg="del">
        <pc:chgData name="Sandhiya K" userId="b3c9a53d1f84e148" providerId="LiveId" clId="{3526E624-9069-4CC4-BD2A-9CB26C190264}" dt="2025-12-06T13:15:44.425" v="75" actId="47"/>
        <pc:sldMkLst>
          <pc:docMk/>
          <pc:sldMk cId="4094563695" sldId="293"/>
        </pc:sldMkLst>
      </pc:sldChg>
      <pc:sldChg chg="del">
        <pc:chgData name="Sandhiya K" userId="b3c9a53d1f84e148" providerId="LiveId" clId="{3526E624-9069-4CC4-BD2A-9CB26C190264}" dt="2025-12-06T13:15:44.263" v="74" actId="47"/>
        <pc:sldMkLst>
          <pc:docMk/>
          <pc:sldMk cId="682985961" sldId="294"/>
        </pc:sldMkLst>
      </pc:sldChg>
      <pc:sldChg chg="modSp add mod">
        <pc:chgData name="Sandhiya K" userId="b3c9a53d1f84e148" providerId="LiveId" clId="{3526E624-9069-4CC4-BD2A-9CB26C190264}" dt="2025-12-06T13:12:38.537" v="25" actId="20577"/>
        <pc:sldMkLst>
          <pc:docMk/>
          <pc:sldMk cId="1671260436" sldId="295"/>
        </pc:sldMkLst>
        <pc:spChg chg="mod">
          <ac:chgData name="Sandhiya K" userId="b3c9a53d1f84e148" providerId="LiveId" clId="{3526E624-9069-4CC4-BD2A-9CB26C190264}" dt="2025-12-06T13:12:38.537" v="25" actId="20577"/>
          <ac:spMkLst>
            <pc:docMk/>
            <pc:sldMk cId="1671260436" sldId="295"/>
            <ac:spMk id="2" creationId="{5A30373C-35AF-620A-A6D5-2F71F5671C5B}"/>
          </ac:spMkLst>
        </pc:spChg>
        <pc:spChg chg="mod">
          <ac:chgData name="Sandhiya K" userId="b3c9a53d1f84e148" providerId="LiveId" clId="{3526E624-9069-4CC4-BD2A-9CB26C190264}" dt="2025-12-06T13:12:35.327" v="23" actId="21"/>
          <ac:spMkLst>
            <pc:docMk/>
            <pc:sldMk cId="1671260436" sldId="295"/>
            <ac:spMk id="3" creationId="{B9F5BF23-7F35-83E1-BA32-5544D12EA0B6}"/>
          </ac:spMkLst>
        </pc:spChg>
      </pc:sldChg>
      <pc:sldChg chg="modSp add mod">
        <pc:chgData name="Sandhiya K" userId="b3c9a53d1f84e148" providerId="LiveId" clId="{3526E624-9069-4CC4-BD2A-9CB26C190264}" dt="2025-12-06T13:14:03.111" v="36" actId="20577"/>
        <pc:sldMkLst>
          <pc:docMk/>
          <pc:sldMk cId="2558785920" sldId="296"/>
        </pc:sldMkLst>
        <pc:spChg chg="mod">
          <ac:chgData name="Sandhiya K" userId="b3c9a53d1f84e148" providerId="LiveId" clId="{3526E624-9069-4CC4-BD2A-9CB26C190264}" dt="2025-12-06T13:14:03.111" v="36" actId="20577"/>
          <ac:spMkLst>
            <pc:docMk/>
            <pc:sldMk cId="2558785920" sldId="296"/>
            <ac:spMk id="2" creationId="{3FE3A15A-5110-7B7D-964E-5AC2A7D73C88}"/>
          </ac:spMkLst>
        </pc:spChg>
        <pc:spChg chg="mod">
          <ac:chgData name="Sandhiya K" userId="b3c9a53d1f84e148" providerId="LiveId" clId="{3526E624-9069-4CC4-BD2A-9CB26C190264}" dt="2025-12-06T13:13:12.187" v="35" actId="5793"/>
          <ac:spMkLst>
            <pc:docMk/>
            <pc:sldMk cId="2558785920" sldId="296"/>
            <ac:spMk id="3" creationId="{73A747EA-6365-DB15-7F55-FC8D7EF3C85E}"/>
          </ac:spMkLst>
        </pc:spChg>
      </pc:sldChg>
      <pc:sldChg chg="modSp add mod">
        <pc:chgData name="Sandhiya K" userId="b3c9a53d1f84e148" providerId="LiveId" clId="{3526E624-9069-4CC4-BD2A-9CB26C190264}" dt="2025-12-06T13:14:22.269" v="42" actId="20577"/>
        <pc:sldMkLst>
          <pc:docMk/>
          <pc:sldMk cId="490820834" sldId="297"/>
        </pc:sldMkLst>
        <pc:spChg chg="mod">
          <ac:chgData name="Sandhiya K" userId="b3c9a53d1f84e148" providerId="LiveId" clId="{3526E624-9069-4CC4-BD2A-9CB26C190264}" dt="2025-12-06T13:14:22.269" v="42" actId="20577"/>
          <ac:spMkLst>
            <pc:docMk/>
            <pc:sldMk cId="490820834" sldId="297"/>
            <ac:spMk id="2" creationId="{F0835FF3-DD15-8EB9-451C-F4A1C643DDDF}"/>
          </ac:spMkLst>
        </pc:spChg>
        <pc:spChg chg="mod">
          <ac:chgData name="Sandhiya K" userId="b3c9a53d1f84e148" providerId="LiveId" clId="{3526E624-9069-4CC4-BD2A-9CB26C190264}" dt="2025-12-06T13:14:17.713" v="40" actId="21"/>
          <ac:spMkLst>
            <pc:docMk/>
            <pc:sldMk cId="490820834" sldId="297"/>
            <ac:spMk id="3" creationId="{38BA2375-DB89-42C5-2125-9781D3F61A9E}"/>
          </ac:spMkLst>
        </pc:spChg>
      </pc:sldChg>
      <pc:sldChg chg="modSp add mod">
        <pc:chgData name="Sandhiya K" userId="b3c9a53d1f84e148" providerId="LiveId" clId="{3526E624-9069-4CC4-BD2A-9CB26C190264}" dt="2025-12-06T13:14:51.680" v="48" actId="20577"/>
        <pc:sldMkLst>
          <pc:docMk/>
          <pc:sldMk cId="2951619144" sldId="298"/>
        </pc:sldMkLst>
        <pc:spChg chg="mod">
          <ac:chgData name="Sandhiya K" userId="b3c9a53d1f84e148" providerId="LiveId" clId="{3526E624-9069-4CC4-BD2A-9CB26C190264}" dt="2025-12-06T13:14:51.680" v="48" actId="20577"/>
          <ac:spMkLst>
            <pc:docMk/>
            <pc:sldMk cId="2951619144" sldId="298"/>
            <ac:spMk id="2" creationId="{ACC6066A-C695-0BD9-6BB9-CA71DC63FC97}"/>
          </ac:spMkLst>
        </pc:spChg>
        <pc:spChg chg="mod">
          <ac:chgData name="Sandhiya K" userId="b3c9a53d1f84e148" providerId="LiveId" clId="{3526E624-9069-4CC4-BD2A-9CB26C190264}" dt="2025-12-06T13:14:38.279" v="46" actId="21"/>
          <ac:spMkLst>
            <pc:docMk/>
            <pc:sldMk cId="2951619144" sldId="298"/>
            <ac:spMk id="3" creationId="{DA44E29F-51A8-EFCE-D0A0-811AB1EA97BB}"/>
          </ac:spMkLst>
        </pc:spChg>
      </pc:sldChg>
      <pc:sldChg chg="modSp add del mod">
        <pc:chgData name="Sandhiya K" userId="b3c9a53d1f84e148" providerId="LiveId" clId="{3526E624-9069-4CC4-BD2A-9CB26C190264}" dt="2025-12-06T13:15:46.737" v="78" actId="47"/>
        <pc:sldMkLst>
          <pc:docMk/>
          <pc:sldMk cId="1348295893" sldId="299"/>
        </pc:sldMkLst>
        <pc:spChg chg="mod">
          <ac:chgData name="Sandhiya K" userId="b3c9a53d1f84e148" providerId="LiveId" clId="{3526E624-9069-4CC4-BD2A-9CB26C190264}" dt="2025-12-06T13:15:23.441" v="57" actId="20577"/>
          <ac:spMkLst>
            <pc:docMk/>
            <pc:sldMk cId="1348295893" sldId="299"/>
            <ac:spMk id="2" creationId="{299F6EFB-D7DB-69AD-7B93-B47EAEA2A42B}"/>
          </ac:spMkLst>
        </pc:spChg>
        <pc:spChg chg="mod">
          <ac:chgData name="Sandhiya K" userId="b3c9a53d1f84e148" providerId="LiveId" clId="{3526E624-9069-4CC4-BD2A-9CB26C190264}" dt="2025-12-06T13:15:17.609" v="52" actId="21"/>
          <ac:spMkLst>
            <pc:docMk/>
            <pc:sldMk cId="1348295893" sldId="299"/>
            <ac:spMk id="3" creationId="{8E5A3F0B-0DE2-8092-0F3B-64EB9D43FA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6046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MINI PROJECT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DAB8B-9EC2-FFEC-7838-29685FEFC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4832-756D-ACCD-5D50-B2C9C51C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1094-BF69-B61D-5BFF-1213AB9F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BASIC SKILL MATCHER</a:t>
            </a:r>
          </a:p>
          <a:p>
            <a:r>
              <a:rPr lang="en-US" dirty="0"/>
              <a:t>Take resume skills as comma-separated input.</a:t>
            </a:r>
          </a:p>
          <a:p>
            <a:r>
              <a:rPr lang="en-US" dirty="0"/>
              <a:t>Take job required skills as input.</a:t>
            </a:r>
          </a:p>
          <a:p>
            <a:r>
              <a:rPr lang="en-US" dirty="0"/>
              <a:t>Compare both lists.</a:t>
            </a:r>
          </a:p>
          <a:p>
            <a:r>
              <a:rPr lang="en-US" dirty="0"/>
              <a:t>Print matched and missing skills.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931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2E49-373D-E9F8-44B2-7B6BE817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B229-5A27-73EE-332B-5BEB909D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C79D5-504A-4DA4-FEE2-2BE8899C0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RESUME WORD COUNTER</a:t>
            </a:r>
          </a:p>
          <a:p>
            <a:r>
              <a:rPr lang="en-US" dirty="0"/>
              <a:t>Accept a paragraph of resume text.</a:t>
            </a:r>
          </a:p>
          <a:p>
            <a:r>
              <a:rPr lang="en-US" dirty="0"/>
              <a:t>Count total words.</a:t>
            </a:r>
          </a:p>
          <a:p>
            <a:r>
              <a:rPr lang="en-US" dirty="0"/>
              <a:t>Count unique words.</a:t>
            </a:r>
          </a:p>
          <a:p>
            <a:r>
              <a:rPr lang="en-US" dirty="0"/>
              <a:t>Identify the most repeated word.</a:t>
            </a:r>
          </a:p>
          <a:p>
            <a:r>
              <a:rPr lang="en-US" dirty="0"/>
              <a:t>Display results.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433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B1A1-4582-412C-07F9-520DCB28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ABED-9B82-E41C-5CFB-E3B08254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B21C-1377-671E-A8C5-33A87A868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EXPERIENCE EXTRACTOR</a:t>
            </a:r>
          </a:p>
          <a:p>
            <a:r>
              <a:rPr lang="en-US" dirty="0"/>
              <a:t>Input: sentence like</a:t>
            </a:r>
            <a:br>
              <a:rPr lang="en-US" dirty="0"/>
            </a:br>
            <a:r>
              <a:rPr lang="en-US" b="1" dirty="0"/>
              <a:t>“I have 3 years of experience in Python.”</a:t>
            </a:r>
            <a:endParaRPr lang="en-US" dirty="0"/>
          </a:p>
          <a:p>
            <a:r>
              <a:rPr lang="en-US" dirty="0"/>
              <a:t>Extract the number of years using string methods.</a:t>
            </a:r>
          </a:p>
          <a:p>
            <a:r>
              <a:rPr lang="en-US" dirty="0"/>
              <a:t>Output:</a:t>
            </a:r>
            <a:br>
              <a:rPr lang="en-US" dirty="0"/>
            </a:br>
            <a:r>
              <a:rPr lang="en-US" b="1" dirty="0"/>
              <a:t>“Experience Detected: X Years”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19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19C8-FDAA-23E2-804F-0A830E74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373C-35AF-620A-A6D5-2F71F567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BF23-7F35-83E1-BA32-5544D12E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JOB TITLE NORMALIZER</a:t>
            </a:r>
          </a:p>
          <a:p>
            <a:r>
              <a:rPr lang="en-US" dirty="0"/>
              <a:t>Input job title text.</a:t>
            </a:r>
          </a:p>
          <a:p>
            <a:r>
              <a:rPr lang="en-US" dirty="0"/>
              <a:t>Remove special characters.</a:t>
            </a:r>
          </a:p>
          <a:p>
            <a:r>
              <a:rPr lang="en-US" dirty="0"/>
              <a:t>Convert text to title case.</a:t>
            </a:r>
          </a:p>
          <a:p>
            <a:r>
              <a:rPr lang="en-US" dirty="0"/>
              <a:t>Print normalized job title.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26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68AC-CB2C-7AA8-00E2-1D216CE9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A15A-5110-7B7D-964E-5AC2A7D7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47EA-6365-DB15-7F55-FC8D7EF3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SIMPLE RESUME CATEGORY CLASSIFIER</a:t>
            </a:r>
          </a:p>
          <a:p>
            <a:r>
              <a:rPr lang="en-US" dirty="0"/>
              <a:t>Input a list of skills.</a:t>
            </a:r>
          </a:p>
          <a:p>
            <a:r>
              <a:rPr lang="en-US" dirty="0"/>
              <a:t>Use simple if/</a:t>
            </a:r>
            <a:r>
              <a:rPr lang="en-US" dirty="0" err="1"/>
              <a:t>elif</a:t>
            </a:r>
            <a:r>
              <a:rPr lang="en-US" dirty="0"/>
              <a:t> logic to classify:</a:t>
            </a:r>
          </a:p>
          <a:p>
            <a:pPr lvl="1"/>
            <a:r>
              <a:rPr lang="en-US" dirty="0"/>
              <a:t>Data/ML</a:t>
            </a:r>
          </a:p>
          <a:p>
            <a:pPr lvl="1"/>
            <a:r>
              <a:rPr lang="en-US" dirty="0"/>
              <a:t>Web Development</a:t>
            </a:r>
          </a:p>
          <a:p>
            <a:pPr lvl="1"/>
            <a:r>
              <a:rPr lang="en-US" dirty="0"/>
              <a:t>Software Development</a:t>
            </a:r>
          </a:p>
          <a:p>
            <a:pPr lvl="1"/>
            <a:r>
              <a:rPr lang="en-US" dirty="0"/>
              <a:t>Other</a:t>
            </a:r>
          </a:p>
          <a:p>
            <a:r>
              <a:rPr lang="en-US" dirty="0"/>
              <a:t>Print the predicted category.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785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D9C0-4750-3035-B795-D2145206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5FF3-DD15-8EB9-451C-F4A1C643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2375-DB89-42C5-2125-9781D3F61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SKILL FREQUENCY CHECKER</a:t>
            </a:r>
          </a:p>
          <a:p>
            <a:r>
              <a:rPr lang="en-US" dirty="0"/>
              <a:t>Take a paragraph of resume text.</a:t>
            </a:r>
          </a:p>
          <a:p>
            <a:r>
              <a:rPr lang="en-US" dirty="0"/>
              <a:t>Take a skill from the user.</a:t>
            </a:r>
          </a:p>
          <a:p>
            <a:r>
              <a:rPr lang="en-US" dirty="0"/>
              <a:t>Count how many times the skill appears.</a:t>
            </a:r>
          </a:p>
          <a:p>
            <a:r>
              <a:rPr lang="en-US" dirty="0"/>
              <a:t>Print:</a:t>
            </a:r>
            <a:br>
              <a:rPr lang="en-US" dirty="0"/>
            </a:br>
            <a:r>
              <a:rPr lang="en-US" dirty="0"/>
              <a:t>“Skill appears X times.”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082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94EE3-48CC-6D2D-1E23-8324AAB1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066A-C695-0BD9-6BB9-CA71DC63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4E29F-51A8-EFCE-D0A0-811AB1EA9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SIMPLE EMAIL EXTRACTOR (NO REGEX)</a:t>
            </a:r>
          </a:p>
          <a:p>
            <a:r>
              <a:rPr lang="en-US" dirty="0"/>
              <a:t>Input a text block.</a:t>
            </a:r>
          </a:p>
          <a:p>
            <a:r>
              <a:rPr lang="en-US" dirty="0"/>
              <a:t>Find the word containing “@”.</a:t>
            </a:r>
          </a:p>
          <a:p>
            <a:r>
              <a:rPr lang="en-US" dirty="0"/>
              <a:t>Print the extracted email.</a:t>
            </a:r>
          </a:p>
          <a:p>
            <a:r>
              <a:rPr lang="en-US" dirty="0"/>
              <a:t>If not found → print “No email detected.”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161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CEED-D65D-7659-B176-9D51B5C5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6EFB-D7DB-69AD-7B93-B47EAEA2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3F0B-0DE2-8092-0F3B-64EB9D43F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 STACK COUNTER</a:t>
            </a:r>
          </a:p>
          <a:p>
            <a:r>
              <a:rPr lang="en-US" dirty="0"/>
              <a:t>Input a list of tools/technologies.</a:t>
            </a:r>
          </a:p>
          <a:p>
            <a:r>
              <a:rPr lang="en-US" dirty="0"/>
              <a:t>Program counts how many items belong to:</a:t>
            </a:r>
          </a:p>
          <a:p>
            <a:pPr lvl="1"/>
            <a:r>
              <a:rPr lang="en-US" dirty="0"/>
              <a:t>Programming Languages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Frameworks</a:t>
            </a:r>
          </a:p>
          <a:p>
            <a:r>
              <a:rPr lang="en-US" dirty="0"/>
              <a:t>Print a summary.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295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2526</TotalTime>
  <Words>258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MINI PROJECT</vt:lpstr>
      <vt:lpstr>TASK 1</vt:lpstr>
      <vt:lpstr>TASK 2</vt:lpstr>
      <vt:lpstr>TASK 3</vt:lpstr>
      <vt:lpstr>TASK 4</vt:lpstr>
      <vt:lpstr>TASK 5</vt:lpstr>
      <vt:lpstr>TASK 6</vt:lpstr>
      <vt:lpstr>TASK 7</vt:lpstr>
      <vt:lpstr>TASK 8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Sandhiya K</dc:creator>
  <cp:keywords/>
  <dc:description>generated using python-pptx</dc:description>
  <cp:lastModifiedBy>Sandhiya K</cp:lastModifiedBy>
  <cp:revision>14</cp:revision>
  <dcterms:created xsi:type="dcterms:W3CDTF">2013-01-27T09:14:16Z</dcterms:created>
  <dcterms:modified xsi:type="dcterms:W3CDTF">2025-12-06T13:15:47Z</dcterms:modified>
  <cp:category/>
</cp:coreProperties>
</file>